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256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8" r:id="rId17"/>
    <p:sldId id="347" r:id="rId18"/>
    <p:sldId id="349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63" r:id="rId28"/>
    <p:sldId id="359" r:id="rId29"/>
    <p:sldId id="360" r:id="rId30"/>
    <p:sldId id="361" r:id="rId31"/>
    <p:sldId id="362" r:id="rId32"/>
    <p:sldId id="310" r:id="rId33"/>
    <p:sldId id="258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AEC68-16AC-47B9-A007-94038B263229}" v="29" dt="2026-04-09T10:51:3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Ramirez Marti" userId="0102fad7-d125-4eeb-8e63-7edb92b861f2" providerId="ADAL" clId="{2EF48AC7-E7B5-4980-B8A2-E3748851B2B8}"/>
    <pc:docChg chg="custSel modSld">
      <pc:chgData name="Antonio Ramirez Marti" userId="0102fad7-d125-4eeb-8e63-7edb92b861f2" providerId="ADAL" clId="{2EF48AC7-E7B5-4980-B8A2-E3748851B2B8}" dt="2026-04-09T10:51:35.466" v="82"/>
      <pc:docMkLst>
        <pc:docMk/>
      </pc:docMkLst>
      <pc:sldChg chg="addSp delSp modSp mod">
        <pc:chgData name="Antonio Ramirez Marti" userId="0102fad7-d125-4eeb-8e63-7edb92b861f2" providerId="ADAL" clId="{2EF48AC7-E7B5-4980-B8A2-E3748851B2B8}" dt="2026-04-09T10:48:39.692" v="24" actId="1076"/>
        <pc:sldMkLst>
          <pc:docMk/>
          <pc:sldMk cId="3836761783" sldId="256"/>
        </pc:sldMkLst>
        <pc:spChg chg="mod">
          <ac:chgData name="Antonio Ramirez Marti" userId="0102fad7-d125-4eeb-8e63-7edb92b861f2" providerId="ADAL" clId="{2EF48AC7-E7B5-4980-B8A2-E3748851B2B8}" dt="2026-04-09T10:48:18.181" v="20" actId="20577"/>
          <ac:spMkLst>
            <pc:docMk/>
            <pc:sldMk cId="3836761783" sldId="256"/>
            <ac:spMk id="2" creationId="{8BE0BE4B-3D36-0DC2-92A3-46E46DBE87F1}"/>
          </ac:spMkLst>
        </pc:spChg>
        <pc:picChg chg="add mod">
          <ac:chgData name="Antonio Ramirez Marti" userId="0102fad7-d125-4eeb-8e63-7edb92b861f2" providerId="ADAL" clId="{2EF48AC7-E7B5-4980-B8A2-E3748851B2B8}" dt="2026-04-09T10:48:39.692" v="24" actId="1076"/>
          <ac:picMkLst>
            <pc:docMk/>
            <pc:sldMk cId="3836761783" sldId="256"/>
            <ac:picMk id="4" creationId="{84B10A7E-CF90-86A5-F2E2-E2B3851AC8AB}"/>
          </ac:picMkLst>
        </pc:picChg>
        <pc:picChg chg="del">
          <ac:chgData name="Antonio Ramirez Marti" userId="0102fad7-d125-4eeb-8e63-7edb92b861f2" providerId="ADAL" clId="{2EF48AC7-E7B5-4980-B8A2-E3748851B2B8}" dt="2026-04-09T10:48:36.811" v="23" actId="478"/>
          <ac:picMkLst>
            <pc:docMk/>
            <pc:sldMk cId="3836761783" sldId="256"/>
            <ac:picMk id="9" creationId="{68763DD3-FCF4-F266-2C90-CF2BB7B2A1AA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1:35.466" v="82"/>
        <pc:sldMkLst>
          <pc:docMk/>
          <pc:sldMk cId="498354781" sldId="258"/>
        </pc:sldMkLst>
        <pc:picChg chg="add mod">
          <ac:chgData name="Antonio Ramirez Marti" userId="0102fad7-d125-4eeb-8e63-7edb92b861f2" providerId="ADAL" clId="{2EF48AC7-E7B5-4980-B8A2-E3748851B2B8}" dt="2026-04-09T10:51:35.466" v="82"/>
          <ac:picMkLst>
            <pc:docMk/>
            <pc:sldMk cId="498354781" sldId="258"/>
            <ac:picMk id="2" creationId="{8579B4DB-2FD0-5014-8A80-1223B40B2A2B}"/>
          </ac:picMkLst>
        </pc:picChg>
        <pc:picChg chg="del">
          <ac:chgData name="Antonio Ramirez Marti" userId="0102fad7-d125-4eeb-8e63-7edb92b861f2" providerId="ADAL" clId="{2EF48AC7-E7B5-4980-B8A2-E3748851B2B8}" dt="2026-04-09T10:51:35.281" v="81" actId="478"/>
          <ac:picMkLst>
            <pc:docMk/>
            <pc:sldMk cId="498354781" sldId="258"/>
            <ac:picMk id="3" creationId="{BB8F2406-F6E7-450E-1FD1-4A4D9B2029EE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1:31.431" v="80"/>
        <pc:sldMkLst>
          <pc:docMk/>
          <pc:sldMk cId="2383991593" sldId="310"/>
        </pc:sldMkLst>
        <pc:picChg chg="del">
          <ac:chgData name="Antonio Ramirez Marti" userId="0102fad7-d125-4eeb-8e63-7edb92b861f2" providerId="ADAL" clId="{2EF48AC7-E7B5-4980-B8A2-E3748851B2B8}" dt="2026-04-09T10:51:31.223" v="79" actId="478"/>
          <ac:picMkLst>
            <pc:docMk/>
            <pc:sldMk cId="2383991593" sldId="310"/>
            <ac:picMk id="3" creationId="{7028F42C-C43A-14D5-1537-40B4D2C887C7}"/>
          </ac:picMkLst>
        </pc:picChg>
        <pc:picChg chg="add mod">
          <ac:chgData name="Antonio Ramirez Marti" userId="0102fad7-d125-4eeb-8e63-7edb92b861f2" providerId="ADAL" clId="{2EF48AC7-E7B5-4980-B8A2-E3748851B2B8}" dt="2026-04-09T10:51:31.431" v="80"/>
          <ac:picMkLst>
            <pc:docMk/>
            <pc:sldMk cId="2383991593" sldId="310"/>
            <ac:picMk id="9" creationId="{5E875E58-84DC-95F9-08E6-A5F988DC9D42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8:53.611" v="26"/>
        <pc:sldMkLst>
          <pc:docMk/>
          <pc:sldMk cId="3940574891" sldId="336"/>
        </pc:sldMkLst>
        <pc:picChg chg="del">
          <ac:chgData name="Antonio Ramirez Marti" userId="0102fad7-d125-4eeb-8e63-7edb92b861f2" providerId="ADAL" clId="{2EF48AC7-E7B5-4980-B8A2-E3748851B2B8}" dt="2026-04-09T10:48:46.712" v="25" actId="478"/>
          <ac:picMkLst>
            <pc:docMk/>
            <pc:sldMk cId="3940574891" sldId="336"/>
            <ac:picMk id="3" creationId="{8EBAED21-3C1B-9AA7-1632-45664B40CBB0}"/>
          </ac:picMkLst>
        </pc:picChg>
        <pc:picChg chg="add mod">
          <ac:chgData name="Antonio Ramirez Marti" userId="0102fad7-d125-4eeb-8e63-7edb92b861f2" providerId="ADAL" clId="{2EF48AC7-E7B5-4980-B8A2-E3748851B2B8}" dt="2026-04-09T10:48:53.611" v="26"/>
          <ac:picMkLst>
            <pc:docMk/>
            <pc:sldMk cId="3940574891" sldId="336"/>
            <ac:picMk id="7" creationId="{48F63F0B-1173-C494-ECB2-CD4B543B9162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8:57.643" v="28"/>
        <pc:sldMkLst>
          <pc:docMk/>
          <pc:sldMk cId="3479558828" sldId="337"/>
        </pc:sldMkLst>
        <pc:picChg chg="del">
          <ac:chgData name="Antonio Ramirez Marti" userId="0102fad7-d125-4eeb-8e63-7edb92b861f2" providerId="ADAL" clId="{2EF48AC7-E7B5-4980-B8A2-E3748851B2B8}" dt="2026-04-09T10:48:57.081" v="27" actId="478"/>
          <ac:picMkLst>
            <pc:docMk/>
            <pc:sldMk cId="3479558828" sldId="337"/>
            <ac:picMk id="3" creationId="{EB2F0C18-1833-5363-A3EE-CA9C0498D48A}"/>
          </ac:picMkLst>
        </pc:picChg>
        <pc:picChg chg="add mod">
          <ac:chgData name="Antonio Ramirez Marti" userId="0102fad7-d125-4eeb-8e63-7edb92b861f2" providerId="ADAL" clId="{2EF48AC7-E7B5-4980-B8A2-E3748851B2B8}" dt="2026-04-09T10:48:57.643" v="28"/>
          <ac:picMkLst>
            <pc:docMk/>
            <pc:sldMk cId="3479558828" sldId="337"/>
            <ac:picMk id="7" creationId="{EBB8C6D2-A40F-121C-53CC-03A2F2436660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00.501" v="30"/>
        <pc:sldMkLst>
          <pc:docMk/>
          <pc:sldMk cId="755110226" sldId="338"/>
        </pc:sldMkLst>
        <pc:picChg chg="del">
          <ac:chgData name="Antonio Ramirez Marti" userId="0102fad7-d125-4eeb-8e63-7edb92b861f2" providerId="ADAL" clId="{2EF48AC7-E7B5-4980-B8A2-E3748851B2B8}" dt="2026-04-09T10:49:00.221" v="29" actId="478"/>
          <ac:picMkLst>
            <pc:docMk/>
            <pc:sldMk cId="755110226" sldId="338"/>
            <ac:picMk id="3" creationId="{D13DB0DB-7667-DD4B-2255-4F8BF95831E9}"/>
          </ac:picMkLst>
        </pc:picChg>
        <pc:picChg chg="add mod">
          <ac:chgData name="Antonio Ramirez Marti" userId="0102fad7-d125-4eeb-8e63-7edb92b861f2" providerId="ADAL" clId="{2EF48AC7-E7B5-4980-B8A2-E3748851B2B8}" dt="2026-04-09T10:49:00.501" v="30"/>
          <ac:picMkLst>
            <pc:docMk/>
            <pc:sldMk cId="755110226" sldId="338"/>
            <ac:picMk id="7" creationId="{75A2BFB5-B81F-A9BA-BCB0-9EE5B7E161F0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04.611" v="32"/>
        <pc:sldMkLst>
          <pc:docMk/>
          <pc:sldMk cId="283810872" sldId="339"/>
        </pc:sldMkLst>
        <pc:picChg chg="del">
          <ac:chgData name="Antonio Ramirez Marti" userId="0102fad7-d125-4eeb-8e63-7edb92b861f2" providerId="ADAL" clId="{2EF48AC7-E7B5-4980-B8A2-E3748851B2B8}" dt="2026-04-09T10:49:04.374" v="31" actId="478"/>
          <ac:picMkLst>
            <pc:docMk/>
            <pc:sldMk cId="283810872" sldId="339"/>
            <ac:picMk id="3" creationId="{1AFAFAF4-CBA3-6AA5-7084-84A2F2D4DF0F}"/>
          </ac:picMkLst>
        </pc:picChg>
        <pc:picChg chg="add mod">
          <ac:chgData name="Antonio Ramirez Marti" userId="0102fad7-d125-4eeb-8e63-7edb92b861f2" providerId="ADAL" clId="{2EF48AC7-E7B5-4980-B8A2-E3748851B2B8}" dt="2026-04-09T10:49:04.611" v="32"/>
          <ac:picMkLst>
            <pc:docMk/>
            <pc:sldMk cId="283810872" sldId="339"/>
            <ac:picMk id="7" creationId="{0B0A13F5-7008-21B3-971C-653E3000B84D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09.031" v="34"/>
        <pc:sldMkLst>
          <pc:docMk/>
          <pc:sldMk cId="2182762411" sldId="340"/>
        </pc:sldMkLst>
        <pc:picChg chg="del">
          <ac:chgData name="Antonio Ramirez Marti" userId="0102fad7-d125-4eeb-8e63-7edb92b861f2" providerId="ADAL" clId="{2EF48AC7-E7B5-4980-B8A2-E3748851B2B8}" dt="2026-04-09T10:49:08.791" v="33" actId="478"/>
          <ac:picMkLst>
            <pc:docMk/>
            <pc:sldMk cId="2182762411" sldId="340"/>
            <ac:picMk id="3" creationId="{B8C9600F-032E-F4C9-887F-DC749A1C41BD}"/>
          </ac:picMkLst>
        </pc:picChg>
        <pc:picChg chg="add mod">
          <ac:chgData name="Antonio Ramirez Marti" userId="0102fad7-d125-4eeb-8e63-7edb92b861f2" providerId="ADAL" clId="{2EF48AC7-E7B5-4980-B8A2-E3748851B2B8}" dt="2026-04-09T10:49:09.031" v="34"/>
          <ac:picMkLst>
            <pc:docMk/>
            <pc:sldMk cId="2182762411" sldId="340"/>
            <ac:picMk id="7" creationId="{2A48B004-EE15-A457-B87B-3634D6200ADE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13.483" v="36"/>
        <pc:sldMkLst>
          <pc:docMk/>
          <pc:sldMk cId="3616645375" sldId="341"/>
        </pc:sldMkLst>
        <pc:picChg chg="del">
          <ac:chgData name="Antonio Ramirez Marti" userId="0102fad7-d125-4eeb-8e63-7edb92b861f2" providerId="ADAL" clId="{2EF48AC7-E7B5-4980-B8A2-E3748851B2B8}" dt="2026-04-09T10:49:13.186" v="35" actId="478"/>
          <ac:picMkLst>
            <pc:docMk/>
            <pc:sldMk cId="3616645375" sldId="341"/>
            <ac:picMk id="3" creationId="{E70000F8-E5BF-11E6-BE17-D20504264CB4}"/>
          </ac:picMkLst>
        </pc:picChg>
        <pc:picChg chg="add mod">
          <ac:chgData name="Antonio Ramirez Marti" userId="0102fad7-d125-4eeb-8e63-7edb92b861f2" providerId="ADAL" clId="{2EF48AC7-E7B5-4980-B8A2-E3748851B2B8}" dt="2026-04-09T10:49:13.483" v="36"/>
          <ac:picMkLst>
            <pc:docMk/>
            <pc:sldMk cId="3616645375" sldId="341"/>
            <ac:picMk id="7" creationId="{C6826AA2-1E82-A517-BB96-CA7A12AABD59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17.731" v="38"/>
        <pc:sldMkLst>
          <pc:docMk/>
          <pc:sldMk cId="251872141" sldId="342"/>
        </pc:sldMkLst>
        <pc:picChg chg="del">
          <ac:chgData name="Antonio Ramirez Marti" userId="0102fad7-d125-4eeb-8e63-7edb92b861f2" providerId="ADAL" clId="{2EF48AC7-E7B5-4980-B8A2-E3748851B2B8}" dt="2026-04-09T10:49:17.471" v="37" actId="478"/>
          <ac:picMkLst>
            <pc:docMk/>
            <pc:sldMk cId="251872141" sldId="342"/>
            <ac:picMk id="3" creationId="{B50D0DC4-666E-5B58-CD12-A3BA81F0B1C2}"/>
          </ac:picMkLst>
        </pc:picChg>
        <pc:picChg chg="add mod">
          <ac:chgData name="Antonio Ramirez Marti" userId="0102fad7-d125-4eeb-8e63-7edb92b861f2" providerId="ADAL" clId="{2EF48AC7-E7B5-4980-B8A2-E3748851B2B8}" dt="2026-04-09T10:49:17.731" v="38"/>
          <ac:picMkLst>
            <pc:docMk/>
            <pc:sldMk cId="251872141" sldId="342"/>
            <ac:picMk id="7" creationId="{8755B3A2-939F-3269-EC7C-11C34E54CF6B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32.831" v="40"/>
        <pc:sldMkLst>
          <pc:docMk/>
          <pc:sldMk cId="4135082163" sldId="343"/>
        </pc:sldMkLst>
        <pc:picChg chg="del">
          <ac:chgData name="Antonio Ramirez Marti" userId="0102fad7-d125-4eeb-8e63-7edb92b861f2" providerId="ADAL" clId="{2EF48AC7-E7B5-4980-B8A2-E3748851B2B8}" dt="2026-04-09T10:49:32.451" v="39" actId="478"/>
          <ac:picMkLst>
            <pc:docMk/>
            <pc:sldMk cId="4135082163" sldId="343"/>
            <ac:picMk id="3" creationId="{57E26CE0-C956-7FFA-F5CE-78458E7903E0}"/>
          </ac:picMkLst>
        </pc:picChg>
        <pc:picChg chg="add mod">
          <ac:chgData name="Antonio Ramirez Marti" userId="0102fad7-d125-4eeb-8e63-7edb92b861f2" providerId="ADAL" clId="{2EF48AC7-E7B5-4980-B8A2-E3748851B2B8}" dt="2026-04-09T10:49:32.831" v="40"/>
          <ac:picMkLst>
            <pc:docMk/>
            <pc:sldMk cId="4135082163" sldId="343"/>
            <ac:picMk id="7" creationId="{709F0980-D9E4-9497-4823-5481C13677AF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35.899" v="42"/>
        <pc:sldMkLst>
          <pc:docMk/>
          <pc:sldMk cId="1335394771" sldId="344"/>
        </pc:sldMkLst>
        <pc:picChg chg="del">
          <ac:chgData name="Antonio Ramirez Marti" userId="0102fad7-d125-4eeb-8e63-7edb92b861f2" providerId="ADAL" clId="{2EF48AC7-E7B5-4980-B8A2-E3748851B2B8}" dt="2026-04-09T10:49:35.661" v="41" actId="478"/>
          <ac:picMkLst>
            <pc:docMk/>
            <pc:sldMk cId="1335394771" sldId="344"/>
            <ac:picMk id="3" creationId="{425510B3-C1B0-A598-368D-33145187FEE4}"/>
          </ac:picMkLst>
        </pc:picChg>
        <pc:picChg chg="add mod">
          <ac:chgData name="Antonio Ramirez Marti" userId="0102fad7-d125-4eeb-8e63-7edb92b861f2" providerId="ADAL" clId="{2EF48AC7-E7B5-4980-B8A2-E3748851B2B8}" dt="2026-04-09T10:49:35.899" v="42"/>
          <ac:picMkLst>
            <pc:docMk/>
            <pc:sldMk cId="1335394771" sldId="344"/>
            <ac:picMk id="7" creationId="{9A0BE0C6-F8CA-DE4A-C06B-3B2B2C974AD7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39.191" v="44"/>
        <pc:sldMkLst>
          <pc:docMk/>
          <pc:sldMk cId="3870995341" sldId="345"/>
        </pc:sldMkLst>
        <pc:picChg chg="del">
          <ac:chgData name="Antonio Ramirez Marti" userId="0102fad7-d125-4eeb-8e63-7edb92b861f2" providerId="ADAL" clId="{2EF48AC7-E7B5-4980-B8A2-E3748851B2B8}" dt="2026-04-09T10:49:38.971" v="43" actId="478"/>
          <ac:picMkLst>
            <pc:docMk/>
            <pc:sldMk cId="3870995341" sldId="345"/>
            <ac:picMk id="3" creationId="{0ED9A076-3E13-7429-2BE4-C89740A9C221}"/>
          </ac:picMkLst>
        </pc:picChg>
        <pc:picChg chg="add mod">
          <ac:chgData name="Antonio Ramirez Marti" userId="0102fad7-d125-4eeb-8e63-7edb92b861f2" providerId="ADAL" clId="{2EF48AC7-E7B5-4980-B8A2-E3748851B2B8}" dt="2026-04-09T10:49:39.191" v="44"/>
          <ac:picMkLst>
            <pc:docMk/>
            <pc:sldMk cId="3870995341" sldId="345"/>
            <ac:picMk id="7" creationId="{0C8AD0FA-52D3-A4A6-BBC3-5D0E0E306E17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43.241" v="46"/>
        <pc:sldMkLst>
          <pc:docMk/>
          <pc:sldMk cId="1660957557" sldId="346"/>
        </pc:sldMkLst>
        <pc:picChg chg="del">
          <ac:chgData name="Antonio Ramirez Marti" userId="0102fad7-d125-4eeb-8e63-7edb92b861f2" providerId="ADAL" clId="{2EF48AC7-E7B5-4980-B8A2-E3748851B2B8}" dt="2026-04-09T10:49:43.011" v="45" actId="478"/>
          <ac:picMkLst>
            <pc:docMk/>
            <pc:sldMk cId="1660957557" sldId="346"/>
            <ac:picMk id="3" creationId="{282CE165-4343-67DD-AB6B-EA4F88B1FC11}"/>
          </ac:picMkLst>
        </pc:picChg>
        <pc:picChg chg="add mod">
          <ac:chgData name="Antonio Ramirez Marti" userId="0102fad7-d125-4eeb-8e63-7edb92b861f2" providerId="ADAL" clId="{2EF48AC7-E7B5-4980-B8A2-E3748851B2B8}" dt="2026-04-09T10:49:43.241" v="46"/>
          <ac:picMkLst>
            <pc:docMk/>
            <pc:sldMk cId="1660957557" sldId="346"/>
            <ac:picMk id="7" creationId="{B0492799-CDB7-F1C7-0DE2-9EA69C4B690D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50.181" v="50"/>
        <pc:sldMkLst>
          <pc:docMk/>
          <pc:sldMk cId="702378870" sldId="347"/>
        </pc:sldMkLst>
        <pc:picChg chg="del">
          <ac:chgData name="Antonio Ramirez Marti" userId="0102fad7-d125-4eeb-8e63-7edb92b861f2" providerId="ADAL" clId="{2EF48AC7-E7B5-4980-B8A2-E3748851B2B8}" dt="2026-04-09T10:49:49.981" v="49" actId="478"/>
          <ac:picMkLst>
            <pc:docMk/>
            <pc:sldMk cId="702378870" sldId="347"/>
            <ac:picMk id="3" creationId="{30310E92-CB94-5DFC-D46C-2B38ADF18B8F}"/>
          </ac:picMkLst>
        </pc:picChg>
        <pc:picChg chg="add mod">
          <ac:chgData name="Antonio Ramirez Marti" userId="0102fad7-d125-4eeb-8e63-7edb92b861f2" providerId="ADAL" clId="{2EF48AC7-E7B5-4980-B8A2-E3748851B2B8}" dt="2026-04-09T10:49:50.181" v="50"/>
          <ac:picMkLst>
            <pc:docMk/>
            <pc:sldMk cId="702378870" sldId="347"/>
            <ac:picMk id="7" creationId="{0ED141D2-8335-6AF0-28A4-53663E73F115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46.415" v="48"/>
        <pc:sldMkLst>
          <pc:docMk/>
          <pc:sldMk cId="652124581" sldId="348"/>
        </pc:sldMkLst>
        <pc:picChg chg="del">
          <ac:chgData name="Antonio Ramirez Marti" userId="0102fad7-d125-4eeb-8e63-7edb92b861f2" providerId="ADAL" clId="{2EF48AC7-E7B5-4980-B8A2-E3748851B2B8}" dt="2026-04-09T10:49:46.252" v="47" actId="478"/>
          <ac:picMkLst>
            <pc:docMk/>
            <pc:sldMk cId="652124581" sldId="348"/>
            <ac:picMk id="3" creationId="{8C2A60B4-CFF8-EB3E-0EC1-41208985D094}"/>
          </ac:picMkLst>
        </pc:picChg>
        <pc:picChg chg="add mod">
          <ac:chgData name="Antonio Ramirez Marti" userId="0102fad7-d125-4eeb-8e63-7edb92b861f2" providerId="ADAL" clId="{2EF48AC7-E7B5-4980-B8A2-E3748851B2B8}" dt="2026-04-09T10:49:46.415" v="48"/>
          <ac:picMkLst>
            <pc:docMk/>
            <pc:sldMk cId="652124581" sldId="348"/>
            <ac:picMk id="7" creationId="{2EFBE9FD-A3CB-799C-185E-A65343893798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9:54.551" v="52"/>
        <pc:sldMkLst>
          <pc:docMk/>
          <pc:sldMk cId="3397497023" sldId="349"/>
        </pc:sldMkLst>
        <pc:picChg chg="del">
          <ac:chgData name="Antonio Ramirez Marti" userId="0102fad7-d125-4eeb-8e63-7edb92b861f2" providerId="ADAL" clId="{2EF48AC7-E7B5-4980-B8A2-E3748851B2B8}" dt="2026-04-09T10:49:54.187" v="51" actId="478"/>
          <ac:picMkLst>
            <pc:docMk/>
            <pc:sldMk cId="3397497023" sldId="349"/>
            <ac:picMk id="3" creationId="{0FA340B4-2315-0A9C-D216-B41CD64D4F8D}"/>
          </ac:picMkLst>
        </pc:picChg>
        <pc:picChg chg="add mod">
          <ac:chgData name="Antonio Ramirez Marti" userId="0102fad7-d125-4eeb-8e63-7edb92b861f2" providerId="ADAL" clId="{2EF48AC7-E7B5-4980-B8A2-E3748851B2B8}" dt="2026-04-09T10:49:54.551" v="52"/>
          <ac:picMkLst>
            <pc:docMk/>
            <pc:sldMk cId="3397497023" sldId="349"/>
            <ac:picMk id="7" creationId="{8FE20FA8-412F-D3BC-553D-65CF83884C0D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0:00.766" v="54"/>
        <pc:sldMkLst>
          <pc:docMk/>
          <pc:sldMk cId="1756568793" sldId="351"/>
        </pc:sldMkLst>
        <pc:picChg chg="del">
          <ac:chgData name="Antonio Ramirez Marti" userId="0102fad7-d125-4eeb-8e63-7edb92b861f2" providerId="ADAL" clId="{2EF48AC7-E7B5-4980-B8A2-E3748851B2B8}" dt="2026-04-09T10:50:00.491" v="53" actId="478"/>
          <ac:picMkLst>
            <pc:docMk/>
            <pc:sldMk cId="1756568793" sldId="351"/>
            <ac:picMk id="3" creationId="{BA911168-1C02-EC1C-1A5E-F6E1FCAC3EE5}"/>
          </ac:picMkLst>
        </pc:picChg>
        <pc:picChg chg="add mod">
          <ac:chgData name="Antonio Ramirez Marti" userId="0102fad7-d125-4eeb-8e63-7edb92b861f2" providerId="ADAL" clId="{2EF48AC7-E7B5-4980-B8A2-E3748851B2B8}" dt="2026-04-09T10:50:00.766" v="54"/>
          <ac:picMkLst>
            <pc:docMk/>
            <pc:sldMk cId="1756568793" sldId="351"/>
            <ac:picMk id="4" creationId="{28C722E8-4FF6-AA52-9038-84DCF302F059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0:04.881" v="56"/>
        <pc:sldMkLst>
          <pc:docMk/>
          <pc:sldMk cId="2420906897" sldId="352"/>
        </pc:sldMkLst>
        <pc:picChg chg="del">
          <ac:chgData name="Antonio Ramirez Marti" userId="0102fad7-d125-4eeb-8e63-7edb92b861f2" providerId="ADAL" clId="{2EF48AC7-E7B5-4980-B8A2-E3748851B2B8}" dt="2026-04-09T10:50:04.531" v="55" actId="478"/>
          <ac:picMkLst>
            <pc:docMk/>
            <pc:sldMk cId="2420906897" sldId="352"/>
            <ac:picMk id="3" creationId="{5B79BB8D-BC96-F5B5-BCB8-FD29404CC76B}"/>
          </ac:picMkLst>
        </pc:picChg>
        <pc:picChg chg="add mod">
          <ac:chgData name="Antonio Ramirez Marti" userId="0102fad7-d125-4eeb-8e63-7edb92b861f2" providerId="ADAL" clId="{2EF48AC7-E7B5-4980-B8A2-E3748851B2B8}" dt="2026-04-09T10:50:04.881" v="56"/>
          <ac:picMkLst>
            <pc:docMk/>
            <pc:sldMk cId="2420906897" sldId="352"/>
            <ac:picMk id="4" creationId="{55353C71-E850-722D-6343-70ABC5391424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0:08.431" v="58"/>
        <pc:sldMkLst>
          <pc:docMk/>
          <pc:sldMk cId="496703686" sldId="353"/>
        </pc:sldMkLst>
        <pc:picChg chg="del">
          <ac:chgData name="Antonio Ramirez Marti" userId="0102fad7-d125-4eeb-8e63-7edb92b861f2" providerId="ADAL" clId="{2EF48AC7-E7B5-4980-B8A2-E3748851B2B8}" dt="2026-04-09T10:50:08.201" v="57" actId="478"/>
          <ac:picMkLst>
            <pc:docMk/>
            <pc:sldMk cId="496703686" sldId="353"/>
            <ac:picMk id="3" creationId="{36A148D0-64D7-E78C-F1F0-F554A73D0D0D}"/>
          </ac:picMkLst>
        </pc:picChg>
        <pc:picChg chg="add mod">
          <ac:chgData name="Antonio Ramirez Marti" userId="0102fad7-d125-4eeb-8e63-7edb92b861f2" providerId="ADAL" clId="{2EF48AC7-E7B5-4980-B8A2-E3748851B2B8}" dt="2026-04-09T10:50:08.431" v="58"/>
          <ac:picMkLst>
            <pc:docMk/>
            <pc:sldMk cId="496703686" sldId="353"/>
            <ac:picMk id="4" creationId="{2AC6567D-74BF-0D40-7A05-EC2AAEADAFA7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0:25.261" v="60"/>
        <pc:sldMkLst>
          <pc:docMk/>
          <pc:sldMk cId="4018003558" sldId="354"/>
        </pc:sldMkLst>
        <pc:picChg chg="del">
          <ac:chgData name="Antonio Ramirez Marti" userId="0102fad7-d125-4eeb-8e63-7edb92b861f2" providerId="ADAL" clId="{2EF48AC7-E7B5-4980-B8A2-E3748851B2B8}" dt="2026-04-09T10:50:24.961" v="59" actId="478"/>
          <ac:picMkLst>
            <pc:docMk/>
            <pc:sldMk cId="4018003558" sldId="354"/>
            <ac:picMk id="3" creationId="{82879136-66D7-020B-EA85-5FC6121E0DDB}"/>
          </ac:picMkLst>
        </pc:picChg>
        <pc:picChg chg="add mod">
          <ac:chgData name="Antonio Ramirez Marti" userId="0102fad7-d125-4eeb-8e63-7edb92b861f2" providerId="ADAL" clId="{2EF48AC7-E7B5-4980-B8A2-E3748851B2B8}" dt="2026-04-09T10:50:25.261" v="60"/>
          <ac:picMkLst>
            <pc:docMk/>
            <pc:sldMk cId="4018003558" sldId="354"/>
            <ac:picMk id="4" creationId="{78BD4A7F-4E57-EA73-E37C-DE8BDFD10061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0:29.519" v="62"/>
        <pc:sldMkLst>
          <pc:docMk/>
          <pc:sldMk cId="3096608932" sldId="355"/>
        </pc:sldMkLst>
        <pc:picChg chg="del">
          <ac:chgData name="Antonio Ramirez Marti" userId="0102fad7-d125-4eeb-8e63-7edb92b861f2" providerId="ADAL" clId="{2EF48AC7-E7B5-4980-B8A2-E3748851B2B8}" dt="2026-04-09T10:50:29.261" v="61" actId="478"/>
          <ac:picMkLst>
            <pc:docMk/>
            <pc:sldMk cId="3096608932" sldId="355"/>
            <ac:picMk id="3" creationId="{04A3C9AE-F02C-C498-05D6-F12906EAC0BC}"/>
          </ac:picMkLst>
        </pc:picChg>
        <pc:picChg chg="add mod">
          <ac:chgData name="Antonio Ramirez Marti" userId="0102fad7-d125-4eeb-8e63-7edb92b861f2" providerId="ADAL" clId="{2EF48AC7-E7B5-4980-B8A2-E3748851B2B8}" dt="2026-04-09T10:50:29.519" v="62"/>
          <ac:picMkLst>
            <pc:docMk/>
            <pc:sldMk cId="3096608932" sldId="355"/>
            <ac:picMk id="4" creationId="{3A452B62-2E78-B87D-8AAF-3FA689F68CB4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0:34.134" v="64"/>
        <pc:sldMkLst>
          <pc:docMk/>
          <pc:sldMk cId="3670738064" sldId="356"/>
        </pc:sldMkLst>
        <pc:picChg chg="del">
          <ac:chgData name="Antonio Ramirez Marti" userId="0102fad7-d125-4eeb-8e63-7edb92b861f2" providerId="ADAL" clId="{2EF48AC7-E7B5-4980-B8A2-E3748851B2B8}" dt="2026-04-09T10:50:33.889" v="63" actId="478"/>
          <ac:picMkLst>
            <pc:docMk/>
            <pc:sldMk cId="3670738064" sldId="356"/>
            <ac:picMk id="3" creationId="{D3322CEE-7129-7A7F-E6B1-7C320322C2D9}"/>
          </ac:picMkLst>
        </pc:picChg>
        <pc:picChg chg="add mod">
          <ac:chgData name="Antonio Ramirez Marti" userId="0102fad7-d125-4eeb-8e63-7edb92b861f2" providerId="ADAL" clId="{2EF48AC7-E7B5-4980-B8A2-E3748851B2B8}" dt="2026-04-09T10:50:34.134" v="64"/>
          <ac:picMkLst>
            <pc:docMk/>
            <pc:sldMk cId="3670738064" sldId="356"/>
            <ac:picMk id="4" creationId="{DFDC3591-2E62-1398-1C07-665AA1CDE756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0:38.291" v="66"/>
        <pc:sldMkLst>
          <pc:docMk/>
          <pc:sldMk cId="3966046395" sldId="357"/>
        </pc:sldMkLst>
        <pc:picChg chg="del">
          <ac:chgData name="Antonio Ramirez Marti" userId="0102fad7-d125-4eeb-8e63-7edb92b861f2" providerId="ADAL" clId="{2EF48AC7-E7B5-4980-B8A2-E3748851B2B8}" dt="2026-04-09T10:50:38.091" v="65" actId="478"/>
          <ac:picMkLst>
            <pc:docMk/>
            <pc:sldMk cId="3966046395" sldId="357"/>
            <ac:picMk id="3" creationId="{ABCE3194-6A91-1EDC-90C0-83E516778125}"/>
          </ac:picMkLst>
        </pc:picChg>
        <pc:picChg chg="add mod">
          <ac:chgData name="Antonio Ramirez Marti" userId="0102fad7-d125-4eeb-8e63-7edb92b861f2" providerId="ADAL" clId="{2EF48AC7-E7B5-4980-B8A2-E3748851B2B8}" dt="2026-04-09T10:50:38.291" v="66"/>
          <ac:picMkLst>
            <pc:docMk/>
            <pc:sldMk cId="3966046395" sldId="357"/>
            <ac:picMk id="4" creationId="{4B01A0A2-80A9-3A2C-4244-931C93CF6F84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0:42.051" v="68"/>
        <pc:sldMkLst>
          <pc:docMk/>
          <pc:sldMk cId="2325349263" sldId="358"/>
        </pc:sldMkLst>
        <pc:picChg chg="del">
          <ac:chgData name="Antonio Ramirez Marti" userId="0102fad7-d125-4eeb-8e63-7edb92b861f2" providerId="ADAL" clId="{2EF48AC7-E7B5-4980-B8A2-E3748851B2B8}" dt="2026-04-09T10:50:41.861" v="67" actId="478"/>
          <ac:picMkLst>
            <pc:docMk/>
            <pc:sldMk cId="2325349263" sldId="358"/>
            <ac:picMk id="3" creationId="{7044E215-D4FD-4B91-34C8-AC9957ED6FE0}"/>
          </ac:picMkLst>
        </pc:picChg>
        <pc:picChg chg="add mod">
          <ac:chgData name="Antonio Ramirez Marti" userId="0102fad7-d125-4eeb-8e63-7edb92b861f2" providerId="ADAL" clId="{2EF48AC7-E7B5-4980-B8A2-E3748851B2B8}" dt="2026-04-09T10:50:42.051" v="68"/>
          <ac:picMkLst>
            <pc:docMk/>
            <pc:sldMk cId="2325349263" sldId="358"/>
            <ac:picMk id="8" creationId="{0B4AF9FC-FDEC-45CE-56B9-55C7E8B08CF0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1:17.581" v="72"/>
        <pc:sldMkLst>
          <pc:docMk/>
          <pc:sldMk cId="26130427" sldId="359"/>
        </pc:sldMkLst>
        <pc:picChg chg="del">
          <ac:chgData name="Antonio Ramirez Marti" userId="0102fad7-d125-4eeb-8e63-7edb92b861f2" providerId="ADAL" clId="{2EF48AC7-E7B5-4980-B8A2-E3748851B2B8}" dt="2026-04-09T10:51:17.364" v="71" actId="478"/>
          <ac:picMkLst>
            <pc:docMk/>
            <pc:sldMk cId="26130427" sldId="359"/>
            <ac:picMk id="3" creationId="{3CB308C2-97B1-E7A3-CB18-BD754CD29D1C}"/>
          </ac:picMkLst>
        </pc:picChg>
        <pc:picChg chg="add mod">
          <ac:chgData name="Antonio Ramirez Marti" userId="0102fad7-d125-4eeb-8e63-7edb92b861f2" providerId="ADAL" clId="{2EF48AC7-E7B5-4980-B8A2-E3748851B2B8}" dt="2026-04-09T10:51:17.581" v="72"/>
          <ac:picMkLst>
            <pc:docMk/>
            <pc:sldMk cId="26130427" sldId="359"/>
            <ac:picMk id="4" creationId="{9C171447-1EE5-D937-3E81-7FD92AF75926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1:21.161" v="74"/>
        <pc:sldMkLst>
          <pc:docMk/>
          <pc:sldMk cId="900227251" sldId="360"/>
        </pc:sldMkLst>
        <pc:picChg chg="del">
          <ac:chgData name="Antonio Ramirez Marti" userId="0102fad7-d125-4eeb-8e63-7edb92b861f2" providerId="ADAL" clId="{2EF48AC7-E7B5-4980-B8A2-E3748851B2B8}" dt="2026-04-09T10:51:20.972" v="73" actId="478"/>
          <ac:picMkLst>
            <pc:docMk/>
            <pc:sldMk cId="900227251" sldId="360"/>
            <ac:picMk id="3" creationId="{B50A611A-66DF-8C8F-E6CC-D0CC76052922}"/>
          </ac:picMkLst>
        </pc:picChg>
        <pc:picChg chg="add mod">
          <ac:chgData name="Antonio Ramirez Marti" userId="0102fad7-d125-4eeb-8e63-7edb92b861f2" providerId="ADAL" clId="{2EF48AC7-E7B5-4980-B8A2-E3748851B2B8}" dt="2026-04-09T10:51:21.161" v="74"/>
          <ac:picMkLst>
            <pc:docMk/>
            <pc:sldMk cId="900227251" sldId="360"/>
            <ac:picMk id="4" creationId="{C2F9D54A-23FD-7701-0502-2CB8C729AD8F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1:25.021" v="76"/>
        <pc:sldMkLst>
          <pc:docMk/>
          <pc:sldMk cId="1192025395" sldId="361"/>
        </pc:sldMkLst>
        <pc:picChg chg="del">
          <ac:chgData name="Antonio Ramirez Marti" userId="0102fad7-d125-4eeb-8e63-7edb92b861f2" providerId="ADAL" clId="{2EF48AC7-E7B5-4980-B8A2-E3748851B2B8}" dt="2026-04-09T10:51:24.831" v="75" actId="478"/>
          <ac:picMkLst>
            <pc:docMk/>
            <pc:sldMk cId="1192025395" sldId="361"/>
            <ac:picMk id="3" creationId="{69E399A7-0177-5C80-0B85-A3165419C009}"/>
          </ac:picMkLst>
        </pc:picChg>
        <pc:picChg chg="add mod">
          <ac:chgData name="Antonio Ramirez Marti" userId="0102fad7-d125-4eeb-8e63-7edb92b861f2" providerId="ADAL" clId="{2EF48AC7-E7B5-4980-B8A2-E3748851B2B8}" dt="2026-04-09T10:51:25.021" v="76"/>
          <ac:picMkLst>
            <pc:docMk/>
            <pc:sldMk cId="1192025395" sldId="361"/>
            <ac:picMk id="4" creationId="{275E0DC1-0BED-6780-C8CD-AF1D013A55D7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1:27.381" v="78"/>
        <pc:sldMkLst>
          <pc:docMk/>
          <pc:sldMk cId="2819344808" sldId="362"/>
        </pc:sldMkLst>
        <pc:picChg chg="del">
          <ac:chgData name="Antonio Ramirez Marti" userId="0102fad7-d125-4eeb-8e63-7edb92b861f2" providerId="ADAL" clId="{2EF48AC7-E7B5-4980-B8A2-E3748851B2B8}" dt="2026-04-09T10:51:27.211" v="77" actId="478"/>
          <ac:picMkLst>
            <pc:docMk/>
            <pc:sldMk cId="2819344808" sldId="362"/>
            <ac:picMk id="3" creationId="{DD3140CE-9AE8-EB8E-696A-C5A0A182BE20}"/>
          </ac:picMkLst>
        </pc:picChg>
        <pc:picChg chg="add mod">
          <ac:chgData name="Antonio Ramirez Marti" userId="0102fad7-d125-4eeb-8e63-7edb92b861f2" providerId="ADAL" clId="{2EF48AC7-E7B5-4980-B8A2-E3748851B2B8}" dt="2026-04-09T10:51:27.381" v="78"/>
          <ac:picMkLst>
            <pc:docMk/>
            <pc:sldMk cId="2819344808" sldId="362"/>
            <ac:picMk id="4" creationId="{E97CB359-BEC5-3436-08C7-90A68F172C70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51:14.591" v="70"/>
        <pc:sldMkLst>
          <pc:docMk/>
          <pc:sldMk cId="3720379414" sldId="363"/>
        </pc:sldMkLst>
        <pc:picChg chg="del">
          <ac:chgData name="Antonio Ramirez Marti" userId="0102fad7-d125-4eeb-8e63-7edb92b861f2" providerId="ADAL" clId="{2EF48AC7-E7B5-4980-B8A2-E3748851B2B8}" dt="2026-04-09T10:51:14.299" v="69" actId="478"/>
          <ac:picMkLst>
            <pc:docMk/>
            <pc:sldMk cId="3720379414" sldId="363"/>
            <ac:picMk id="3" creationId="{CFE0D4C3-4829-4808-2448-14246EAF4D76}"/>
          </ac:picMkLst>
        </pc:picChg>
        <pc:picChg chg="add mod">
          <ac:chgData name="Antonio Ramirez Marti" userId="0102fad7-d125-4eeb-8e63-7edb92b861f2" providerId="ADAL" clId="{2EF48AC7-E7B5-4980-B8A2-E3748851B2B8}" dt="2026-04-09T10:51:14.591" v="70"/>
          <ac:picMkLst>
            <pc:docMk/>
            <pc:sldMk cId="3720379414" sldId="363"/>
            <ac:picMk id="4" creationId="{8E8CE378-56C6-0087-ECA6-EFD9CDE61D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67AF3-812F-42E6-AECE-074941B90A41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17242-2BCA-4A6E-8067-380FEB24D0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80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BFA8E-9D1B-6183-507F-2E60F3A4C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CDF87-BDF5-615C-D132-AA35E79B5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7DBA52-C70D-7B7D-FB43-D5557D21F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B9974-A2F4-385B-9690-5541D0A6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64F864-9094-886E-0B01-3A844D73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006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DB08D-1FCD-A9F6-FCD9-66D9A906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076B01-F2F4-70B3-52B6-DEFEC7352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23A9BD-39CC-1914-87F6-5BC9C83D1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8C684B-A9AE-EF91-83BC-448802B4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07B5E8-5A3D-1426-736E-AAA9A3CF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375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FB0F4-3B23-F246-57BF-FFB6C9639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70FA31-F50B-06FE-A77F-400BC482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60B35C-7E89-7D42-2BD1-B66E2B16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AA59F-00E4-DB25-51DC-82A227595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42C1CF-DC84-D569-35FD-2FA7B43A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6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3EA71-975A-4EA0-CD2E-6DF0298A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2A5407-39CE-B1A1-8EBD-207638341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FF1838-9411-17CF-0AF7-300E217B4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785530-879A-D96F-6664-631B165B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5856D9-C865-BD7A-B1EF-BB27E4E7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8E6365-EB2A-E39A-03DD-7FB765A3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84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EB00A-29E3-FE06-A10B-E1FDD54B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4EF98E-87C5-C361-2265-872F02DCF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FB530C-CB1D-7C80-49E8-B6520F11B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230F1F-4A5E-3A0A-7C07-B7BC10AE8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645DFF-4CD5-6DD1-832E-41BECF914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2E207E-4C59-F1C9-620E-0BC6D81D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E012E13-F69D-86A9-7B68-BA29AD4F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2CD317-4D35-372B-2892-288457F3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293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B7294-F91F-1571-268B-7EBEA74B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0F5CEB-58BC-5D70-2371-F977FC13F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90A9C9-2F98-256C-6923-3713A0CF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F078A8-BA20-A580-778F-B2B2D469A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93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781F9F-CAD4-9F8D-7B1B-99BB579E5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37093D-70AD-E4D7-6046-63061784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9B5EB7-E519-7F61-1177-450D6D0B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237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6461D-30F9-A1C6-6A9A-A184E7C6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4E42FF-6321-CF90-58E5-1E6B66200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CB1E64-E44E-9357-1AFA-0A6C85350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3EF82F-2DA2-9EDB-8F7F-45CB7513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0B2882-BD73-8046-77CF-52E31F44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17EFEA-4711-A04E-B99D-BA543ECC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77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0B140-5111-D25A-2DF7-B157C2A3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C5A947-3C54-A415-A164-61C47B6E8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9E3773-BDCE-C089-D7FF-3F1F5715B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D6DE3C-F826-DA13-6EBE-32A1A970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5F1E4C-89F3-6648-EB33-844C735F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941FCB-5E28-27A5-A405-F1FEF8B5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8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A643A-D25E-015C-7B52-BA87CDEE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4B46DD-08E7-6D8B-E0EE-755BFB3CA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192ABB-6EE0-456C-33C6-B0877C84E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62CA8F-457D-E2AD-B599-FCBB58E2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383790-7184-9683-E9D4-9E33170E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4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795948-2876-B024-BCE6-20BE990E9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F61C6D-85AA-4EA3-6221-AB8384044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E83C0B-3911-78FF-8E69-9983593E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D96DD7-120D-EDE5-BDE9-F632711A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B6FD0C-A132-6AE1-20AE-C729A48F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46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DF398C-42EB-EE3E-62E1-C76C9765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2ECEE5-8E26-BD24-C159-236697D8F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A06775-E8A0-BB6B-0998-F654FD72E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FDD9D0-0653-2B8D-CBC6-148DB59CD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4A6CF8-455D-AB01-772D-8A8F2E095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48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a torre de un edificio&#10;&#10;Descripción generada automáticamente con confianza media">
            <a:extLst>
              <a:ext uri="{FF2B5EF4-FFF2-40B4-BE49-F238E27FC236}">
                <a16:creationId xmlns:a16="http://schemas.microsoft.com/office/drawing/2014/main" id="{CEBEE4B1-A432-0846-2B2E-FDEF378CD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"/>
            <a:ext cx="12192000" cy="6857798"/>
          </a:xfrm>
          <a:prstGeom prst="rect">
            <a:avLst/>
          </a:prstGeom>
        </p:spPr>
      </p:pic>
      <p:sp>
        <p:nvSpPr>
          <p:cNvPr id="7" name="Google Shape;85;p1">
            <a:extLst>
              <a:ext uri="{FF2B5EF4-FFF2-40B4-BE49-F238E27FC236}">
                <a16:creationId xmlns:a16="http://schemas.microsoft.com/office/drawing/2014/main" id="{745CF8F4-AF00-18EF-7663-F3A52015B94B}"/>
              </a:ext>
            </a:extLst>
          </p:cNvPr>
          <p:cNvSpPr txBox="1"/>
          <p:nvPr/>
        </p:nvSpPr>
        <p:spPr>
          <a:xfrm>
            <a:off x="803095" y="103622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8" name="Google Shape;85;p1">
            <a:extLst>
              <a:ext uri="{FF2B5EF4-FFF2-40B4-BE49-F238E27FC236}">
                <a16:creationId xmlns:a16="http://schemas.microsoft.com/office/drawing/2014/main" id="{9D667AF1-E375-B060-1FE0-3185805004C7}"/>
              </a:ext>
            </a:extLst>
          </p:cNvPr>
          <p:cNvSpPr txBox="1"/>
          <p:nvPr/>
        </p:nvSpPr>
        <p:spPr>
          <a:xfrm>
            <a:off x="803095" y="2731388"/>
            <a:ext cx="73398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Asignatura</a:t>
            </a: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Programación 5 – 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lang="es-ES" sz="2000" b="1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  </a:t>
            </a:r>
            <a:r>
              <a:rPr lang="es-ES" sz="2000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Backend</a:t>
            </a: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– Java Spring – </a:t>
            </a:r>
            <a:r>
              <a:rPr lang="es-ES" sz="2000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SpringBoot</a:t>
            </a:r>
            <a:endParaRPr lang="es-ES" sz="2000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  </a:t>
            </a:r>
            <a:r>
              <a:rPr lang="es-ES" sz="2000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Frontend</a:t>
            </a: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– Angular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  </a:t>
            </a:r>
            <a:r>
              <a:rPr lang="es-ES" sz="2000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Database</a:t>
            </a: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- MySQL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5311808-EB8E-AE5C-4D8C-C5BBE7A2787E}"/>
              </a:ext>
            </a:extLst>
          </p:cNvPr>
          <p:cNvCxnSpPr/>
          <p:nvPr/>
        </p:nvCxnSpPr>
        <p:spPr>
          <a:xfrm>
            <a:off x="914400" y="1901687"/>
            <a:ext cx="15902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8BE0BE4B-3D36-0DC2-92A3-46E46DBE87F1}"/>
              </a:ext>
            </a:extLst>
          </p:cNvPr>
          <p:cNvSpPr txBox="1"/>
          <p:nvPr/>
        </p:nvSpPr>
        <p:spPr>
          <a:xfrm>
            <a:off x="803095" y="4585490"/>
            <a:ext cx="572552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Profesor: </a:t>
            </a: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Antonio Ramírez Marti</a:t>
            </a:r>
            <a:endParaRPr lang="es-E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B10A7E-CF90-86A5-F2E2-E2B3851AC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61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8B85-3D81-1E26-3A52-43B2DC9F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D88A6A-5B74-0806-861D-FE90A0707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A623EA-C7B4-9E67-2CCA-D041B5225F68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87D66636-943E-1B8A-AF35-5116EF33BB42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71FD805B-A4FA-9CB9-4623-0F570B83A303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4ECF64A-B6FA-496E-643D-CED89AC4A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5208E4-9FAC-1BC7-09AD-6F237C521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082785"/>
            <a:ext cx="911313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 </a:t>
            </a:r>
            <a:r>
              <a:rPr lang="es-ES" altLang="es-ES" sz="2400" b="1" dirty="0">
                <a:latin typeface="Arial" panose="020B0604020202020204" pitchFamily="34" charset="0"/>
              </a:rPr>
              <a:t>3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s-ES" sz="2400" b="1" dirty="0"/>
              <a:t>Persistencia de datos con </a:t>
            </a:r>
            <a:r>
              <a:rPr lang="es-ES" sz="2400" b="1" dirty="0" err="1"/>
              <a:t>Hibernate</a:t>
            </a:r>
            <a:r>
              <a:rPr lang="es-ES" sz="2400" b="1" dirty="0"/>
              <a:t> y </a:t>
            </a:r>
            <a:r>
              <a:rPr lang="es-ES" sz="2400" b="1" dirty="0" err="1"/>
              <a:t>Flyway</a:t>
            </a:r>
            <a:r>
              <a:rPr lang="es-ES" sz="2400" b="1" dirty="0"/>
              <a:t> en Spring </a:t>
            </a:r>
            <a:r>
              <a:rPr lang="es-ES" sz="2400" b="1" dirty="0" err="1"/>
              <a:t>Boot</a:t>
            </a:r>
            <a:endParaRPr lang="es-ES" sz="2400" dirty="0"/>
          </a:p>
          <a:p>
            <a:pPr>
              <a:buNone/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b="1" dirty="0"/>
              <a:t>Objetivos de hoy: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Comprender el rol de JPA y </a:t>
            </a:r>
            <a:r>
              <a:rPr lang="es-ES" dirty="0" err="1"/>
              <a:t>Hibernate</a:t>
            </a:r>
            <a:r>
              <a:rPr lang="es-ES" dirty="0"/>
              <a:t> como solución 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Integrar </a:t>
            </a:r>
            <a:r>
              <a:rPr lang="es-ES" dirty="0" err="1"/>
              <a:t>Hibernate</a:t>
            </a:r>
            <a:r>
              <a:rPr lang="es-ES" dirty="0"/>
              <a:t> con Spring </a:t>
            </a:r>
            <a:r>
              <a:rPr lang="es-ES" dirty="0" err="1"/>
              <a:t>Boot</a:t>
            </a:r>
            <a:r>
              <a:rPr lang="es-ES" dirty="0"/>
              <a:t> y trabajar con repositorios.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Aplicar relaciones entre entidades y realizar operaciones CRUD completas.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Introducir </a:t>
            </a:r>
            <a:r>
              <a:rPr lang="es-ES" dirty="0" err="1"/>
              <a:t>Flyway</a:t>
            </a:r>
            <a:r>
              <a:rPr lang="es-ES" dirty="0"/>
              <a:t> como sistema de versionado de esquema de base de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Crear migraciones SQL y mantener el control sobre los cambios estructurales.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Requisitos previos: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Conocimientos básicos de Java.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Haber trabajado con Spring </a:t>
            </a:r>
            <a:r>
              <a:rPr lang="es-ES" dirty="0" err="1"/>
              <a:t>Boot</a:t>
            </a:r>
            <a:r>
              <a:rPr lang="es-ES" dirty="0"/>
              <a:t> y controladores REST.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F63F0B-1173-C494-ECB2-CD4B543B9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7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DABD-FF24-28AF-E248-37171157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9B9FB8F-EC37-03CA-1031-E2E32DD4E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B9D50D-7BCD-D65F-B74E-EAB2B23EB827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21319926-E9F9-D343-5D5A-88386B51013E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E160A669-8ADF-2520-2ADB-00C72643DB09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4A6B2E5-A37A-641A-1EF3-59209B256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E0FD0E-4BEE-FF39-D5C3-765FAF9F1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082785"/>
            <a:ext cx="10769551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/>
              <a:t>Introducción a JPA e </a:t>
            </a:r>
            <a:r>
              <a:rPr lang="es-ES" sz="2400" b="1" dirty="0" err="1"/>
              <a:t>Hibernate</a:t>
            </a:r>
            <a:endParaRPr lang="es-ES" sz="2400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JPA (Java </a:t>
            </a:r>
            <a:r>
              <a:rPr lang="es-ES" dirty="0" err="1"/>
              <a:t>Persistence</a:t>
            </a:r>
            <a:r>
              <a:rPr lang="es-ES" dirty="0"/>
              <a:t> API) es una especificación para mapear objetos Java a tablas de bases de datos relacionales.</a:t>
            </a:r>
          </a:p>
          <a:p>
            <a:pPr>
              <a:defRPr sz="1600"/>
            </a:pPr>
            <a:r>
              <a:rPr lang="es-ES" dirty="0" err="1"/>
              <a:t>Hibernate</a:t>
            </a:r>
            <a:r>
              <a:rPr lang="es-ES" dirty="0"/>
              <a:t> es la implementación más usada de JPA y permite trabajar con entidades en Java como si fueran registros.</a:t>
            </a:r>
          </a:p>
          <a:p>
            <a:pPr>
              <a:defRPr sz="1600"/>
            </a:pPr>
            <a:r>
              <a:rPr lang="es-ES" dirty="0"/>
              <a:t>ORM (</a:t>
            </a:r>
            <a:r>
              <a:rPr lang="es-ES" dirty="0" err="1"/>
              <a:t>Object-Relational</a:t>
            </a:r>
            <a:r>
              <a:rPr lang="es-ES" dirty="0"/>
              <a:t> </a:t>
            </a:r>
            <a:r>
              <a:rPr lang="es-ES" dirty="0" err="1"/>
              <a:t>Mapping</a:t>
            </a:r>
            <a:r>
              <a:rPr lang="es-ES" dirty="0"/>
              <a:t>) automatiza la persistencia de datos, reduciendo el uso manual de SQL.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Spring </a:t>
            </a:r>
            <a:r>
              <a:rPr lang="es-ES" dirty="0" err="1"/>
              <a:t>Boot</a:t>
            </a:r>
            <a:r>
              <a:rPr lang="es-ES" dirty="0"/>
              <a:t> integra </a:t>
            </a:r>
            <a:r>
              <a:rPr lang="es-ES" dirty="0" err="1"/>
              <a:t>Hibernate</a:t>
            </a:r>
            <a:r>
              <a:rPr lang="es-ES" dirty="0"/>
              <a:t> mediante </a:t>
            </a:r>
            <a:r>
              <a:rPr lang="es-ES" dirty="0" err="1"/>
              <a:t>spring</a:t>
            </a:r>
            <a:r>
              <a:rPr lang="es-ES" dirty="0"/>
              <a:t>-</a:t>
            </a:r>
            <a:r>
              <a:rPr lang="es-ES" dirty="0" err="1"/>
              <a:t>boot</a:t>
            </a:r>
            <a:r>
              <a:rPr lang="es-ES" dirty="0"/>
              <a:t>-starter-data-</a:t>
            </a:r>
            <a:r>
              <a:rPr lang="es-ES" dirty="0" err="1"/>
              <a:t>jpa</a:t>
            </a:r>
            <a:r>
              <a:rPr lang="es-ES" dirty="0"/>
              <a:t>, lo que permite:</a:t>
            </a:r>
          </a:p>
          <a:p>
            <a:pPr>
              <a:defRPr sz="1600"/>
            </a:pPr>
            <a:r>
              <a:rPr lang="es-ES" dirty="0"/>
              <a:t>- Declarar entidades con @Entity</a:t>
            </a:r>
          </a:p>
          <a:p>
            <a:pPr>
              <a:defRPr sz="1600"/>
            </a:pPr>
            <a:r>
              <a:rPr lang="es-ES" dirty="0"/>
              <a:t>- Crear repositorios que extienden </a:t>
            </a:r>
            <a:r>
              <a:rPr lang="es-ES" dirty="0" err="1"/>
              <a:t>JpaRepository</a:t>
            </a:r>
            <a:endParaRPr lang="es-ES" dirty="0"/>
          </a:p>
          <a:p>
            <a:pPr>
              <a:defRPr sz="1600"/>
            </a:pPr>
            <a:r>
              <a:rPr lang="es-ES" dirty="0"/>
              <a:t>- Evitar escribir la mayoría de las consultas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BB8C6D2-A40F-121C-53CC-03A2F2436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58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782E0-D754-DF54-7B25-E1065D8A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400B90-725E-8B22-D1B5-6950F6028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647947-7861-5572-3790-960A9E290550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4B42658F-A170-9288-DA2C-46838FE1DF11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3BDAFCCD-0818-3182-F03B-8A2F045241F9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1355F7E-40C6-FC81-26BA-7B6C41FA6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E53635-26BD-1F00-EB3C-775A0C3D4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082785"/>
            <a:ext cx="9798452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/>
              <a:t>Dependencia necesaria para </a:t>
            </a:r>
            <a:r>
              <a:rPr lang="es-ES" sz="2400" b="1" dirty="0" err="1"/>
              <a:t>Hibernate</a:t>
            </a:r>
            <a:endParaRPr lang="es-ES" sz="2400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En tu archivo pom.xml debes incluir la siguiente dependencia: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&lt;</a:t>
            </a:r>
            <a:r>
              <a:rPr lang="es-ES" dirty="0" err="1"/>
              <a:t>dependency</a:t>
            </a:r>
            <a:r>
              <a:rPr lang="es-ES" dirty="0"/>
              <a:t>&gt;</a:t>
            </a:r>
          </a:p>
          <a:p>
            <a:pPr>
              <a:defRPr sz="1600"/>
            </a:pPr>
            <a:r>
              <a:rPr lang="es-ES" dirty="0"/>
              <a:t>  &lt;</a:t>
            </a:r>
            <a:r>
              <a:rPr lang="es-ES" dirty="0" err="1"/>
              <a:t>groupId</a:t>
            </a:r>
            <a:r>
              <a:rPr lang="es-ES" dirty="0"/>
              <a:t>&gt;</a:t>
            </a:r>
            <a:r>
              <a:rPr lang="es-ES" dirty="0" err="1"/>
              <a:t>org.springframework.boot</a:t>
            </a:r>
            <a:r>
              <a:rPr lang="es-ES" dirty="0"/>
              <a:t>&lt;/</a:t>
            </a:r>
            <a:r>
              <a:rPr lang="es-ES" dirty="0" err="1"/>
              <a:t>groupId</a:t>
            </a:r>
            <a:r>
              <a:rPr lang="es-ES" dirty="0"/>
              <a:t>&gt;</a:t>
            </a:r>
          </a:p>
          <a:p>
            <a:pPr>
              <a:defRPr sz="1600"/>
            </a:pPr>
            <a:r>
              <a:rPr lang="es-ES" dirty="0"/>
              <a:t>  &lt;</a:t>
            </a:r>
            <a:r>
              <a:rPr lang="es-ES" dirty="0" err="1"/>
              <a:t>artifactId</a:t>
            </a:r>
            <a:r>
              <a:rPr lang="es-ES" dirty="0"/>
              <a:t>&gt;</a:t>
            </a:r>
            <a:r>
              <a:rPr lang="es-ES" dirty="0" err="1"/>
              <a:t>spring</a:t>
            </a:r>
            <a:r>
              <a:rPr lang="es-ES" dirty="0"/>
              <a:t>-</a:t>
            </a:r>
            <a:r>
              <a:rPr lang="es-ES" dirty="0" err="1"/>
              <a:t>boot</a:t>
            </a:r>
            <a:r>
              <a:rPr lang="es-ES" dirty="0"/>
              <a:t>-starter-data-</a:t>
            </a:r>
            <a:r>
              <a:rPr lang="es-ES" dirty="0" err="1"/>
              <a:t>jpa</a:t>
            </a:r>
            <a:r>
              <a:rPr lang="es-ES" dirty="0"/>
              <a:t>&lt;/</a:t>
            </a:r>
            <a:r>
              <a:rPr lang="es-ES" dirty="0" err="1"/>
              <a:t>artifactId</a:t>
            </a:r>
            <a:r>
              <a:rPr lang="es-ES" dirty="0"/>
              <a:t>&gt;</a:t>
            </a:r>
          </a:p>
          <a:p>
            <a:pPr>
              <a:defRPr sz="1600"/>
            </a:pPr>
            <a:r>
              <a:rPr lang="es-ES" dirty="0"/>
              <a:t>&lt;/</a:t>
            </a:r>
            <a:r>
              <a:rPr lang="es-ES" dirty="0" err="1"/>
              <a:t>dependency</a:t>
            </a:r>
            <a:r>
              <a:rPr lang="es-ES" dirty="0"/>
              <a:t>&gt;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&lt;</a:t>
            </a:r>
            <a:r>
              <a:rPr lang="es-ES" dirty="0" err="1"/>
              <a:t>dependency</a:t>
            </a:r>
            <a:r>
              <a:rPr lang="es-ES" dirty="0"/>
              <a:t>&gt;</a:t>
            </a:r>
          </a:p>
          <a:p>
            <a:pPr>
              <a:defRPr sz="1600"/>
            </a:pPr>
            <a:r>
              <a:rPr lang="es-ES" dirty="0"/>
              <a:t>  &lt;</a:t>
            </a:r>
            <a:r>
              <a:rPr lang="es-ES" dirty="0" err="1"/>
              <a:t>groupId</a:t>
            </a:r>
            <a:r>
              <a:rPr lang="es-ES" dirty="0"/>
              <a:t>&gt;</a:t>
            </a:r>
            <a:r>
              <a:rPr lang="es-ES" dirty="0" err="1"/>
              <a:t>com.mysql</a:t>
            </a:r>
            <a:r>
              <a:rPr lang="es-ES" dirty="0"/>
              <a:t>&lt;/</a:t>
            </a:r>
            <a:r>
              <a:rPr lang="es-ES" dirty="0" err="1"/>
              <a:t>groupId</a:t>
            </a:r>
            <a:r>
              <a:rPr lang="es-ES" dirty="0"/>
              <a:t>&gt;</a:t>
            </a:r>
          </a:p>
          <a:p>
            <a:pPr>
              <a:defRPr sz="1600"/>
            </a:pPr>
            <a:r>
              <a:rPr lang="es-ES" dirty="0"/>
              <a:t>  &lt;</a:t>
            </a:r>
            <a:r>
              <a:rPr lang="es-ES" dirty="0" err="1"/>
              <a:t>artifactId</a:t>
            </a:r>
            <a:r>
              <a:rPr lang="es-ES" dirty="0"/>
              <a:t>&gt;</a:t>
            </a:r>
            <a:r>
              <a:rPr lang="es-ES" dirty="0" err="1"/>
              <a:t>mysql</a:t>
            </a:r>
            <a:r>
              <a:rPr lang="es-ES" dirty="0"/>
              <a:t>-</a:t>
            </a:r>
            <a:r>
              <a:rPr lang="es-ES" dirty="0" err="1"/>
              <a:t>connector</a:t>
            </a:r>
            <a:r>
              <a:rPr lang="es-ES" dirty="0"/>
              <a:t>-j&lt;/</a:t>
            </a:r>
            <a:r>
              <a:rPr lang="es-ES" dirty="0" err="1"/>
              <a:t>artifactId</a:t>
            </a:r>
            <a:r>
              <a:rPr lang="es-ES" dirty="0"/>
              <a:t>&gt;</a:t>
            </a:r>
          </a:p>
          <a:p>
            <a:pPr>
              <a:defRPr sz="1600"/>
            </a:pPr>
            <a:r>
              <a:rPr lang="es-ES" dirty="0"/>
              <a:t>&lt;/</a:t>
            </a:r>
            <a:r>
              <a:rPr lang="es-ES" dirty="0" err="1"/>
              <a:t>dependency</a:t>
            </a:r>
            <a:r>
              <a:rPr lang="es-ES" dirty="0"/>
              <a:t>&gt;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Esto configura Spring </a:t>
            </a:r>
            <a:r>
              <a:rPr lang="es-ES" dirty="0" err="1"/>
              <a:t>Boot</a:t>
            </a:r>
            <a:r>
              <a:rPr lang="es-ES" dirty="0"/>
              <a:t> para que utilice </a:t>
            </a:r>
            <a:r>
              <a:rPr lang="es-ES" dirty="0" err="1"/>
              <a:t>Hibernate</a:t>
            </a:r>
            <a:r>
              <a:rPr lang="es-ES" dirty="0"/>
              <a:t> como proveedor JPA y se conecte a una base de datos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5A2BFB5-B81F-A9BA-BCB0-9EE5B7E16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10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0D224-1F70-F788-5BCE-5959EED6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FEBA4A8-E7A1-2DEF-3D43-391CD9213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3877DD-14BD-8B4F-F438-290F9B021B02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0A336926-3095-CEA8-64D2-12875BEA1994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BA868D12-E825-2036-2639-B365A6E06F44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7C8CF16-1B0B-EF56-1207-FDAD07D4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3E2CEF-2C17-9311-E78C-FA03AF954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082785"/>
            <a:ext cx="1091106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/>
              <a:t>Configuración inicial en </a:t>
            </a:r>
            <a:r>
              <a:rPr lang="es-ES" sz="2400" b="1" dirty="0" err="1"/>
              <a:t>application.yml</a:t>
            </a:r>
            <a:endParaRPr lang="es-ES" sz="2400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Para que </a:t>
            </a:r>
            <a:r>
              <a:rPr lang="es-ES" dirty="0" err="1"/>
              <a:t>Hibernate</a:t>
            </a:r>
            <a:r>
              <a:rPr lang="es-ES" dirty="0"/>
              <a:t> y JPA funcionen, necesitas especificar los parámetros de conexión y comportamiento del ORM: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 err="1"/>
              <a:t>spring</a:t>
            </a:r>
            <a:r>
              <a:rPr lang="es-ES" dirty="0"/>
              <a:t>: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datasource</a:t>
            </a:r>
            <a:r>
              <a:rPr lang="es-ES" dirty="0"/>
              <a:t>:</a:t>
            </a:r>
          </a:p>
          <a:p>
            <a:pPr>
              <a:defRPr sz="1600"/>
            </a:pPr>
            <a:r>
              <a:rPr lang="es-ES" dirty="0"/>
              <a:t>    url: </a:t>
            </a:r>
            <a:r>
              <a:rPr lang="es-ES" dirty="0" err="1"/>
              <a:t>jdbc:mysql</a:t>
            </a:r>
            <a:r>
              <a:rPr lang="es-ES" dirty="0"/>
              <a:t>://localhost:3306/</a:t>
            </a:r>
            <a:r>
              <a:rPr lang="es-ES" dirty="0" err="1"/>
              <a:t>mi_base</a:t>
            </a:r>
            <a:endParaRPr lang="es-ES" dirty="0"/>
          </a:p>
          <a:p>
            <a:pPr>
              <a:defRPr sz="1600"/>
            </a:pPr>
            <a:r>
              <a:rPr lang="es-ES" dirty="0"/>
              <a:t>    </a:t>
            </a:r>
            <a:r>
              <a:rPr lang="es-ES" dirty="0" err="1"/>
              <a:t>username</a:t>
            </a:r>
            <a:r>
              <a:rPr lang="es-ES" dirty="0"/>
              <a:t>: </a:t>
            </a:r>
            <a:r>
              <a:rPr lang="es-ES" dirty="0" err="1"/>
              <a:t>root</a:t>
            </a:r>
            <a:endParaRPr lang="es-ES" dirty="0"/>
          </a:p>
          <a:p>
            <a:pPr>
              <a:defRPr sz="1600"/>
            </a:pPr>
            <a:r>
              <a:rPr lang="es-ES" dirty="0"/>
              <a:t>    </a:t>
            </a:r>
            <a:r>
              <a:rPr lang="es-ES" dirty="0" err="1"/>
              <a:t>password</a:t>
            </a:r>
            <a:r>
              <a:rPr lang="es-ES" dirty="0"/>
              <a:t>: 1234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jpa</a:t>
            </a:r>
            <a:r>
              <a:rPr lang="es-ES" dirty="0"/>
              <a:t>:</a:t>
            </a:r>
          </a:p>
          <a:p>
            <a:pPr>
              <a:defRPr sz="1600"/>
            </a:pPr>
            <a:r>
              <a:rPr lang="es-ES" dirty="0"/>
              <a:t>    </a:t>
            </a:r>
            <a:r>
              <a:rPr lang="es-ES" dirty="0" err="1"/>
              <a:t>hibernate</a:t>
            </a:r>
            <a:r>
              <a:rPr lang="es-ES" dirty="0"/>
              <a:t>:</a:t>
            </a:r>
          </a:p>
          <a:p>
            <a:pPr>
              <a:defRPr sz="1600"/>
            </a:pPr>
            <a:r>
              <a:rPr lang="es-ES" dirty="0"/>
              <a:t>      </a:t>
            </a:r>
            <a:r>
              <a:rPr lang="es-ES" dirty="0" err="1"/>
              <a:t>ddl</a:t>
            </a:r>
            <a:r>
              <a:rPr lang="es-ES" dirty="0"/>
              <a:t>-auto: </a:t>
            </a:r>
            <a:r>
              <a:rPr lang="es-ES" dirty="0" err="1"/>
              <a:t>update</a:t>
            </a:r>
            <a:endParaRPr lang="es-ES" dirty="0"/>
          </a:p>
          <a:p>
            <a:pPr>
              <a:defRPr sz="1600"/>
            </a:pPr>
            <a:r>
              <a:rPr lang="es-ES" dirty="0"/>
              <a:t>    show-</a:t>
            </a:r>
            <a:r>
              <a:rPr lang="es-ES" dirty="0" err="1"/>
              <a:t>sql</a:t>
            </a:r>
            <a:r>
              <a:rPr lang="es-ES" dirty="0"/>
              <a:t>: true</a:t>
            </a:r>
          </a:p>
          <a:p>
            <a:pPr>
              <a:defRPr sz="1600"/>
            </a:pPr>
            <a:r>
              <a:rPr lang="es-ES" dirty="0"/>
              <a:t>    </a:t>
            </a:r>
            <a:r>
              <a:rPr lang="es-ES" dirty="0" err="1"/>
              <a:t>properties</a:t>
            </a:r>
            <a:r>
              <a:rPr lang="es-ES" dirty="0"/>
              <a:t>:</a:t>
            </a:r>
          </a:p>
          <a:p>
            <a:pPr>
              <a:defRPr sz="1600"/>
            </a:pPr>
            <a:r>
              <a:rPr lang="es-ES" dirty="0"/>
              <a:t>      </a:t>
            </a:r>
            <a:r>
              <a:rPr lang="es-ES" dirty="0" err="1"/>
              <a:t>hibernate</a:t>
            </a:r>
            <a:r>
              <a:rPr lang="es-ES" dirty="0"/>
              <a:t>:</a:t>
            </a:r>
          </a:p>
          <a:p>
            <a:pPr>
              <a:defRPr sz="1600"/>
            </a:pPr>
            <a:r>
              <a:rPr lang="es-ES" dirty="0"/>
              <a:t>        </a:t>
            </a:r>
            <a:r>
              <a:rPr lang="es-ES" dirty="0" err="1"/>
              <a:t>format_sql</a:t>
            </a:r>
            <a:r>
              <a:rPr lang="es-ES" dirty="0"/>
              <a:t>: true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 err="1"/>
              <a:t>ddl</a:t>
            </a:r>
            <a:r>
              <a:rPr lang="es-ES" dirty="0"/>
              <a:t>-auto: </a:t>
            </a:r>
            <a:r>
              <a:rPr lang="es-ES" dirty="0" err="1"/>
              <a:t>update</a:t>
            </a:r>
            <a:r>
              <a:rPr lang="es-ES" dirty="0"/>
              <a:t> permite que </a:t>
            </a:r>
            <a:r>
              <a:rPr lang="es-ES" dirty="0" err="1"/>
              <a:t>Hibernate</a:t>
            </a:r>
            <a:r>
              <a:rPr lang="es-ES" dirty="0"/>
              <a:t> cree o actualice automáticamente las tablas según tus entidades Java.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0A13F5-7008-21B3-971C-653E3000B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0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69D3-CB2F-3ED7-F5AF-195CF251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C269C0-64D4-6EAE-1DA3-B9674AD2F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8C82D4-FB73-E838-6E1D-5617F9DC18D3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85F2080B-A982-57F2-1CE0-32103CCE9039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FE28B16C-A442-7740-8256-2DB3BC61BEF8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9FDEEE3-DA43-360B-85E4-9BEEF7D80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F32478-C04B-8B70-078D-749127A6E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098173"/>
            <a:ext cx="7446847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/>
              <a:t>Creación de una entidad con @Entity</a:t>
            </a:r>
          </a:p>
          <a:p>
            <a:pPr>
              <a:defRPr sz="1600"/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Para mapear una clase Java a una tabla SQL, usamos la anotación @Entity.</a:t>
            </a:r>
          </a:p>
          <a:p>
            <a:pPr>
              <a:defRPr sz="1600"/>
            </a:pPr>
            <a:r>
              <a:rPr lang="es-ES" dirty="0"/>
              <a:t>Ejemplo básico: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@Entity</a:t>
            </a:r>
          </a:p>
          <a:p>
            <a:pPr>
              <a:defRPr sz="1600"/>
            </a:pP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Producto {</a:t>
            </a:r>
          </a:p>
          <a:p>
            <a:pPr>
              <a:defRPr sz="1600"/>
            </a:pPr>
            <a:r>
              <a:rPr lang="es-ES" dirty="0"/>
              <a:t>  @Id</a:t>
            </a:r>
          </a:p>
          <a:p>
            <a:pPr>
              <a:defRPr sz="1600"/>
            </a:pPr>
            <a:r>
              <a:rPr lang="es-ES" dirty="0"/>
              <a:t>  @GeneratedValue(strategy = </a:t>
            </a:r>
            <a:r>
              <a:rPr lang="es-ES" dirty="0" err="1"/>
              <a:t>GenerationType.IDENTITY</a:t>
            </a:r>
            <a:r>
              <a:rPr lang="es-ES" dirty="0"/>
              <a:t>)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private</a:t>
            </a:r>
            <a:r>
              <a:rPr lang="es-ES" dirty="0"/>
              <a:t> Long id;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dirty="0" err="1"/>
              <a:t>String</a:t>
            </a:r>
            <a:r>
              <a:rPr lang="es-ES" dirty="0"/>
              <a:t> nombre;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dirty="0" err="1"/>
              <a:t>Double</a:t>
            </a:r>
            <a:r>
              <a:rPr lang="es-ES" dirty="0"/>
              <a:t> precio;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  // </a:t>
            </a:r>
            <a:r>
              <a:rPr lang="es-ES" dirty="0" err="1"/>
              <a:t>getters</a:t>
            </a:r>
            <a:r>
              <a:rPr lang="es-ES" dirty="0"/>
              <a:t> y </a:t>
            </a:r>
            <a:r>
              <a:rPr lang="es-ES" dirty="0" err="1"/>
              <a:t>setters</a:t>
            </a:r>
            <a:endParaRPr lang="es-ES" dirty="0"/>
          </a:p>
          <a:p>
            <a:pPr>
              <a:defRPr sz="1600"/>
            </a:pPr>
            <a:r>
              <a:rPr lang="es-ES" dirty="0"/>
              <a:t>}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La anotación @Id indica la clave primaria. @GeneratedValue permite autogenerar el 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A48B004-EE15-A457-B87B-3634D6200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6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85F24-63F5-4CC2-F8EF-C85D6B90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C5EF94D-D40A-3A45-857F-1B53C4966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288E18-C008-547C-28E5-1A737E1F10DD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04884ABD-A987-6A9A-FF53-2067F902FCFE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45A13965-0EE9-28FE-BBB8-9F8368E47EEB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6D3D34F-725B-D404-6DD4-D32E4152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0078E7-AFDD-55F6-99D3-C15971F4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082785"/>
            <a:ext cx="649254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Otras anotaciones comunes en JPA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- @Column: personaliza el nombre o longitud de la columna.</a:t>
            </a:r>
          </a:p>
          <a:p>
            <a:pPr>
              <a:defRPr sz="1600"/>
            </a:pPr>
            <a:r>
              <a:rPr lang="es-ES" dirty="0"/>
              <a:t>- @Table: permite cambiar el nombre de la tabla.</a:t>
            </a:r>
          </a:p>
          <a:p>
            <a:pPr>
              <a:defRPr sz="1600"/>
            </a:pPr>
            <a:r>
              <a:rPr lang="es-ES" dirty="0"/>
              <a:t>- @Temporal: para tipos </a:t>
            </a:r>
            <a:r>
              <a:rPr lang="es-ES" dirty="0" err="1"/>
              <a:t>java.util.Date</a:t>
            </a:r>
            <a:r>
              <a:rPr lang="es-ES" dirty="0"/>
              <a:t> (DATE, TIME, TIMESTAMP).</a:t>
            </a:r>
          </a:p>
          <a:p>
            <a:pPr>
              <a:defRPr sz="1600"/>
            </a:pPr>
            <a:r>
              <a:rPr lang="es-ES" dirty="0"/>
              <a:t>- @Enumerated(EnumType.STRING): para mapear </a:t>
            </a:r>
            <a:r>
              <a:rPr lang="es-ES" dirty="0" err="1"/>
              <a:t>enums</a:t>
            </a:r>
            <a:r>
              <a:rPr lang="es-ES" dirty="0"/>
              <a:t> como texto.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Estas anotaciones te dan control sobre cómo se mapea el objeto Java a SQL.</a:t>
            </a:r>
          </a:p>
          <a:p>
            <a:pPr>
              <a:defRPr sz="1600"/>
            </a:pPr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6826AA2-1E82-A517-BB96-CA7A12AAB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4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0E77-4EF8-F38E-D704-711F77261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F380D0A-094E-3BB5-FB08-EC6D58344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98DB37-A515-6542-F5F9-14846EE07D05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FD8E4D91-2C9B-A72F-33ED-D86E7F14221A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4953A1AB-56A1-1E30-EC35-06F7DE65C01B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399498B-2988-BA70-D334-5142C6912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67A374-4F44-9388-B81F-CC1A027E0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344124"/>
            <a:ext cx="7584127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Interfaz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JpaRepository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Spring Data JPA nos permite usar repositorios sin implementar lógica compleja.</a:t>
            </a:r>
          </a:p>
          <a:p>
            <a:pPr>
              <a:defRPr sz="1600"/>
            </a:pPr>
            <a:r>
              <a:rPr lang="es-ES" dirty="0"/>
              <a:t>Ejemplo: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 err="1"/>
              <a:t>public</a:t>
            </a:r>
            <a:r>
              <a:rPr lang="es-ES" dirty="0"/>
              <a:t> interface </a:t>
            </a:r>
            <a:r>
              <a:rPr lang="es-ES" dirty="0" err="1"/>
              <a:t>ProductoRepository</a:t>
            </a:r>
            <a:r>
              <a:rPr lang="es-ES" dirty="0"/>
              <a:t> </a:t>
            </a:r>
            <a:r>
              <a:rPr lang="es-ES" dirty="0" err="1"/>
              <a:t>extends</a:t>
            </a:r>
            <a:r>
              <a:rPr lang="es-ES" dirty="0"/>
              <a:t> </a:t>
            </a:r>
            <a:r>
              <a:rPr lang="es-ES" dirty="0" err="1"/>
              <a:t>JpaRepository</a:t>
            </a:r>
            <a:r>
              <a:rPr lang="es-ES" dirty="0"/>
              <a:t>&lt;Producto, Long&gt; {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}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Esto nos da acceso automático a métodos como:</a:t>
            </a:r>
          </a:p>
          <a:p>
            <a:pPr>
              <a:defRPr sz="1600"/>
            </a:pPr>
            <a:r>
              <a:rPr lang="es-ES" dirty="0"/>
              <a:t>- </a:t>
            </a:r>
            <a:r>
              <a:rPr lang="es-ES" dirty="0" err="1"/>
              <a:t>save</a:t>
            </a:r>
            <a:r>
              <a:rPr lang="es-ES" dirty="0"/>
              <a:t>(), </a:t>
            </a:r>
            <a:r>
              <a:rPr lang="es-ES" dirty="0" err="1"/>
              <a:t>findAll</a:t>
            </a:r>
            <a:r>
              <a:rPr lang="es-ES" dirty="0"/>
              <a:t>(), </a:t>
            </a:r>
            <a:r>
              <a:rPr lang="es-ES" dirty="0" err="1"/>
              <a:t>findById</a:t>
            </a:r>
            <a:r>
              <a:rPr lang="es-ES" dirty="0"/>
              <a:t>(), </a:t>
            </a:r>
            <a:r>
              <a:rPr lang="es-ES" dirty="0" err="1"/>
              <a:t>deleteById</a:t>
            </a:r>
            <a:r>
              <a:rPr lang="es-ES" dirty="0"/>
              <a:t>(), etc.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755B3A2-939F-3269-EC7C-11C34E54C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157C-9323-6C82-12E1-327FA1CA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9E273D-86F0-5E5F-1DC6-485BD78AF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28E960-7C95-581F-4AD4-B0773A622349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3B5D9E73-81D8-61F8-7357-5944745CED14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BF3FF96B-DFB0-EA40-36C5-8A0E2A50DC4D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61856A-FDB9-EF55-88D7-A3258541E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81FD09-AA3D-6185-56C8-A30F7ACEF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997565"/>
            <a:ext cx="8064772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Servicio intermedio: lógica de negocio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En Spring se recomienda separar la lógica de acceso a datos de la lógica del negocio.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@Service</a:t>
            </a:r>
          </a:p>
          <a:p>
            <a:pPr>
              <a:defRPr sz="1600"/>
            </a:pP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ProductoService</a:t>
            </a:r>
            <a:r>
              <a:rPr lang="es-ES" dirty="0"/>
              <a:t> {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private</a:t>
            </a:r>
            <a:r>
              <a:rPr lang="es-ES" dirty="0"/>
              <a:t> final </a:t>
            </a:r>
            <a:r>
              <a:rPr lang="es-ES" dirty="0" err="1"/>
              <a:t>ProductoRepository</a:t>
            </a:r>
            <a:r>
              <a:rPr lang="es-ES" dirty="0"/>
              <a:t> repo;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ProductoService</a:t>
            </a:r>
            <a:r>
              <a:rPr lang="es-ES" dirty="0"/>
              <a:t>(</a:t>
            </a:r>
            <a:r>
              <a:rPr lang="es-ES" dirty="0" err="1"/>
              <a:t>ProductoRepository</a:t>
            </a:r>
            <a:r>
              <a:rPr lang="es-ES" dirty="0"/>
              <a:t> repo) {</a:t>
            </a:r>
          </a:p>
          <a:p>
            <a:pPr>
              <a:defRPr sz="1600"/>
            </a:pPr>
            <a:r>
              <a:rPr lang="es-ES" dirty="0"/>
              <a:t>    </a:t>
            </a:r>
            <a:r>
              <a:rPr lang="es-ES" dirty="0" err="1"/>
              <a:t>this.repo</a:t>
            </a:r>
            <a:r>
              <a:rPr lang="es-ES" dirty="0"/>
              <a:t> = repo;</a:t>
            </a:r>
          </a:p>
          <a:p>
            <a:pPr>
              <a:defRPr sz="1600"/>
            </a:pPr>
            <a:r>
              <a:rPr lang="es-ES" dirty="0"/>
              <a:t>  }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List</a:t>
            </a:r>
            <a:r>
              <a:rPr lang="es-ES" dirty="0"/>
              <a:t>&lt;Producto&gt; listar() {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repo.findAll</a:t>
            </a:r>
            <a:r>
              <a:rPr lang="es-ES" dirty="0"/>
              <a:t>(); }</a:t>
            </a:r>
          </a:p>
          <a:p>
            <a:pPr>
              <a:defRPr sz="1600"/>
            </a:pPr>
            <a:r>
              <a:rPr lang="es-ES" dirty="0"/>
              <a:t>}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9F0980-D9E4-9497-4823-5481C1367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82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B37A-53D0-26B7-9C3E-B2D16C0C2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592371-C7D2-9E9C-5BAB-51EDB055E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E8D012-71AD-0CF6-EA21-E60D6B4080E1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C2D99690-835F-A198-3677-4703ADB8D91D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491AFC89-4D05-92B5-C39E-0ACD1C5D36F3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54122DD-9664-2E5E-EA7D-E68B68BD1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F60279-3856-D8AE-9F1D-E9BB941B3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997565"/>
            <a:ext cx="642195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Controlador REST para exponer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endpoints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@RestController</a:t>
            </a:r>
          </a:p>
          <a:p>
            <a:pPr>
              <a:defRPr sz="1600"/>
            </a:pPr>
            <a:r>
              <a:rPr lang="es-ES" dirty="0"/>
              <a:t>@RequestMapping("/api/productos")</a:t>
            </a:r>
          </a:p>
          <a:p>
            <a:pPr>
              <a:defRPr sz="1600"/>
            </a:pP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ProductoController</a:t>
            </a:r>
            <a:r>
              <a:rPr lang="es-ES" dirty="0"/>
              <a:t> {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private</a:t>
            </a:r>
            <a:r>
              <a:rPr lang="es-ES" dirty="0"/>
              <a:t> final </a:t>
            </a:r>
            <a:r>
              <a:rPr lang="es-ES" dirty="0" err="1"/>
              <a:t>ProductoService</a:t>
            </a:r>
            <a:r>
              <a:rPr lang="es-ES" dirty="0"/>
              <a:t> servicio;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ProductoController</a:t>
            </a:r>
            <a:r>
              <a:rPr lang="es-ES" dirty="0"/>
              <a:t>(</a:t>
            </a:r>
            <a:r>
              <a:rPr lang="es-ES" dirty="0" err="1"/>
              <a:t>ProductoService</a:t>
            </a:r>
            <a:r>
              <a:rPr lang="es-ES" dirty="0"/>
              <a:t> servicio) {</a:t>
            </a:r>
          </a:p>
          <a:p>
            <a:pPr>
              <a:defRPr sz="1600"/>
            </a:pPr>
            <a:r>
              <a:rPr lang="es-ES" dirty="0"/>
              <a:t>    </a:t>
            </a:r>
            <a:r>
              <a:rPr lang="es-ES" dirty="0" err="1"/>
              <a:t>this.servicio</a:t>
            </a:r>
            <a:r>
              <a:rPr lang="es-ES" dirty="0"/>
              <a:t> = servicio;</a:t>
            </a:r>
          </a:p>
          <a:p>
            <a:pPr>
              <a:defRPr sz="1600"/>
            </a:pPr>
            <a:r>
              <a:rPr lang="es-ES" dirty="0"/>
              <a:t>  }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  @GetMapping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List</a:t>
            </a:r>
            <a:r>
              <a:rPr lang="es-ES" dirty="0"/>
              <a:t>&lt;Producto&gt; listar() {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servicio.listar</a:t>
            </a:r>
            <a:r>
              <a:rPr lang="es-ES" dirty="0"/>
              <a:t>(); }</a:t>
            </a:r>
          </a:p>
          <a:p>
            <a:pPr>
              <a:defRPr sz="1600"/>
            </a:pPr>
            <a:r>
              <a:rPr lang="es-ES" dirty="0"/>
              <a:t>}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A0BE0C6-F8CA-DE4A-C06B-3B2B2C974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94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07E7-88BD-9E2B-A8EE-965206FA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8B3BAD5-BD53-7C61-F4AF-552B0BD2C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82FD40-311E-BBB9-102B-AFECD569D2D9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3A9CC771-0760-BC09-CE8A-6D2FBD54FBCE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FD9B51CC-34A2-5EA7-0DC9-0887178F3441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B15CA8E-6B19-A14D-E841-56B35209B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D83E02-4F95-6145-2E94-A7517571B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490007"/>
            <a:ext cx="6788333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Insertar datos usando POST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Puedes crear un nuevo recurso enviando un JSON a un </a:t>
            </a:r>
            <a:r>
              <a:rPr lang="es-ES" dirty="0" err="1"/>
              <a:t>endpoint</a:t>
            </a:r>
            <a:r>
              <a:rPr lang="es-ES" dirty="0"/>
              <a:t> POST: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@PostMapping</a:t>
            </a:r>
          </a:p>
          <a:p>
            <a:pPr>
              <a:defRPr sz="1600"/>
            </a:pPr>
            <a:r>
              <a:rPr lang="es-ES" dirty="0" err="1"/>
              <a:t>public</a:t>
            </a:r>
            <a:r>
              <a:rPr lang="es-ES" dirty="0"/>
              <a:t> Producto crear(@RequestBody Producto p) {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servicio.guardar</a:t>
            </a:r>
            <a:r>
              <a:rPr lang="es-ES" dirty="0"/>
              <a:t>(p);</a:t>
            </a:r>
          </a:p>
          <a:p>
            <a:pPr>
              <a:defRPr sz="1600"/>
            </a:pPr>
            <a:r>
              <a:rPr lang="es-ES" dirty="0"/>
              <a:t>}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El método guardar() puede delegar en </a:t>
            </a:r>
            <a:r>
              <a:rPr lang="es-ES" dirty="0" err="1"/>
              <a:t>repo.save</a:t>
            </a:r>
            <a:r>
              <a:rPr lang="es-ES" dirty="0"/>
              <a:t>(p).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C8AD0FA-52D3-A4A6-BBC3-5D0E0E306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95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42E04-6753-F3B7-3F14-4E6FE27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D7095EE-9A9B-F735-8C7B-A4EC1133B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4E958F-AD3E-C252-3437-8D6CC333932D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67A1E82C-F8F1-D265-3710-1EBBB958FC40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44C194B6-C4DA-8469-04DB-2ED947C84CC1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D9A9A15-7B3E-F470-4DA7-7F0B772B8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F794F4-5B5E-CED8-2BF1-9CE181490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944939"/>
            <a:ext cx="577036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Pruebas con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dirty="0"/>
              <a:t>- GET http://localhost:8080/api/productos</a:t>
            </a:r>
          </a:p>
          <a:p>
            <a:pPr>
              <a:defRPr sz="1600"/>
            </a:pPr>
            <a:r>
              <a:rPr lang="es-ES" dirty="0"/>
              <a:t>- POST con JSON: { "nombre": "Teclado", "precio": 39.99 }</a:t>
            </a:r>
          </a:p>
          <a:p>
            <a:pPr>
              <a:defRPr sz="1600"/>
            </a:pPr>
            <a:r>
              <a:rPr lang="es-ES" dirty="0"/>
              <a:t>- PUT y DELETE pueden añadirse como </a:t>
            </a:r>
            <a:r>
              <a:rPr lang="es-ES" dirty="0" err="1"/>
              <a:t>endpoints</a:t>
            </a:r>
            <a:r>
              <a:rPr lang="es-ES" dirty="0"/>
              <a:t> adicionales.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 err="1"/>
              <a:t>Postman</a:t>
            </a:r>
            <a:r>
              <a:rPr lang="es-ES" dirty="0"/>
              <a:t> es ideal para probar la capa REST antes de tener </a:t>
            </a:r>
            <a:r>
              <a:rPr lang="es-ES" dirty="0" err="1"/>
              <a:t>frontend</a:t>
            </a:r>
            <a:r>
              <a:rPr lang="es-ES" dirty="0"/>
              <a:t>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0492799-CDB7-F1C7-0DE2-9EA69C4B6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5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EC75-E725-F19F-AD03-541679C0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48456AD-C39D-F99E-E5D6-302FC6B09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ABC271-D16E-33EF-E82B-336E7DD4F093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A9FD917E-34C4-F712-4DAE-0D9D051CA8FE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94E1D15C-8401-1838-FA91-6D5D83EFB081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CB1A363-4012-03A4-DBB5-504673209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4440EA-790E-6994-4EFB-8D95B1BD5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6" y="805786"/>
            <a:ext cx="978987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Relaciones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OneToOne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200" dirty="0"/>
              <a:t>@Entity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200" dirty="0" err="1"/>
              <a:t>public</a:t>
            </a:r>
            <a:r>
              <a:rPr lang="es-ES" sz="1200" dirty="0"/>
              <a:t> </a:t>
            </a:r>
            <a:r>
              <a:rPr lang="es-ES" sz="1200" dirty="0" err="1"/>
              <a:t>class</a:t>
            </a:r>
            <a:r>
              <a:rPr lang="es-ES" sz="1200" dirty="0"/>
              <a:t> Usuario {</a:t>
            </a:r>
          </a:p>
          <a:p>
            <a:pPr>
              <a:defRPr sz="1600"/>
            </a:pPr>
            <a:r>
              <a:rPr lang="es-ES" sz="1200" dirty="0"/>
              <a:t>  @OneToOne</a:t>
            </a:r>
          </a:p>
          <a:p>
            <a:pPr>
              <a:defRPr sz="1600"/>
            </a:pPr>
            <a:r>
              <a:rPr lang="es-ES" sz="1200" dirty="0"/>
              <a:t>  @JoinColumn(name = "</a:t>
            </a:r>
            <a:r>
              <a:rPr lang="es-ES" sz="1200" dirty="0" err="1"/>
              <a:t>perfil_id</a:t>
            </a:r>
            <a:r>
              <a:rPr lang="es-ES" sz="1200" dirty="0"/>
              <a:t>")</a:t>
            </a:r>
          </a:p>
          <a:p>
            <a:pPr>
              <a:defRPr sz="1600"/>
            </a:pPr>
            <a:r>
              <a:rPr lang="es-ES" sz="1200" dirty="0"/>
              <a:t>  </a:t>
            </a:r>
            <a:r>
              <a:rPr lang="es-ES" sz="1200" dirty="0" err="1"/>
              <a:t>private</a:t>
            </a:r>
            <a:r>
              <a:rPr lang="es-ES" sz="1200" dirty="0"/>
              <a:t> Perfil </a:t>
            </a:r>
            <a:r>
              <a:rPr lang="es-ES" sz="1200" dirty="0" err="1"/>
              <a:t>perfil</a:t>
            </a:r>
            <a:r>
              <a:rPr lang="es-ES" sz="1200" dirty="0"/>
              <a:t>;</a:t>
            </a:r>
          </a:p>
          <a:p>
            <a:pPr>
              <a:defRPr sz="1600"/>
            </a:pPr>
            <a:r>
              <a:rPr lang="es-ES" sz="1200" dirty="0"/>
              <a:t>}</a:t>
            </a:r>
          </a:p>
          <a:p>
            <a:pPr>
              <a:defRPr sz="1600"/>
            </a:pPr>
            <a:endParaRPr lang="es-ES" sz="1200" dirty="0"/>
          </a:p>
          <a:p>
            <a:pPr>
              <a:defRPr sz="1600"/>
            </a:pPr>
            <a:r>
              <a:rPr lang="es-ES" sz="1200" dirty="0"/>
              <a:t>Cada usuario tiene un perfil único.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FBE9FD-A3CB-799C-185E-A65343893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24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6DF7-F186-9BBC-C63D-FF13006F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A41E11B-1CE4-F087-5CD8-17E22679D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266D08-D104-6B4C-966C-12583B902A6B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49122F9C-3D3E-44BF-1820-9F2F4FF2F2C8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20364C55-EB98-6956-0D34-B2A13B16927D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7FCD593-D224-33E6-4848-E556A5645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EE5B95-E2FB-6A63-9430-ECE21A4FD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659325"/>
            <a:ext cx="978987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Relaciones entre entidades (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OneToMany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ManyToOne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sz="1400" dirty="0" err="1"/>
              <a:t>public</a:t>
            </a:r>
            <a:r>
              <a:rPr lang="es-ES" sz="1400" dirty="0"/>
              <a:t> </a:t>
            </a:r>
            <a:r>
              <a:rPr lang="es-ES" sz="1400" dirty="0" err="1"/>
              <a:t>class</a:t>
            </a:r>
            <a:r>
              <a:rPr lang="es-ES" sz="1400" dirty="0"/>
              <a:t> </a:t>
            </a:r>
            <a:r>
              <a:rPr lang="es-ES" sz="1400" dirty="0" err="1"/>
              <a:t>Categoria</a:t>
            </a:r>
            <a:r>
              <a:rPr lang="es-ES" sz="1400" dirty="0"/>
              <a:t> {</a:t>
            </a:r>
          </a:p>
          <a:p>
            <a:pPr>
              <a:defRPr sz="1600"/>
            </a:pPr>
            <a:r>
              <a:rPr lang="es-ES" sz="1400" dirty="0"/>
              <a:t>  @Id @GeneratedValue</a:t>
            </a:r>
          </a:p>
          <a:p>
            <a:pPr>
              <a:defRPr sz="1600"/>
            </a:pPr>
            <a:r>
              <a:rPr lang="es-ES" sz="1400" dirty="0"/>
              <a:t>  </a:t>
            </a:r>
            <a:r>
              <a:rPr lang="es-ES" sz="1400" dirty="0" err="1"/>
              <a:t>private</a:t>
            </a:r>
            <a:r>
              <a:rPr lang="es-ES" sz="1400" dirty="0"/>
              <a:t> Long id;</a:t>
            </a:r>
          </a:p>
          <a:p>
            <a:pPr>
              <a:defRPr sz="1600"/>
            </a:pPr>
            <a:r>
              <a:rPr lang="es-ES" sz="1400" dirty="0"/>
              <a:t>  </a:t>
            </a:r>
            <a:r>
              <a:rPr lang="es-ES" sz="1400" dirty="0" err="1"/>
              <a:t>private</a:t>
            </a:r>
            <a:r>
              <a:rPr lang="es-ES" sz="1400" dirty="0"/>
              <a:t> </a:t>
            </a:r>
            <a:r>
              <a:rPr lang="es-ES" sz="1400" dirty="0" err="1"/>
              <a:t>String</a:t>
            </a:r>
            <a:r>
              <a:rPr lang="es-ES" sz="1400" dirty="0"/>
              <a:t> nombre;</a:t>
            </a:r>
          </a:p>
          <a:p>
            <a:pPr>
              <a:defRPr sz="1600"/>
            </a:pPr>
            <a:endParaRPr lang="es-ES" sz="1400" dirty="0"/>
          </a:p>
          <a:p>
            <a:pPr>
              <a:defRPr sz="1600"/>
            </a:pPr>
            <a:r>
              <a:rPr lang="es-ES" sz="1400" dirty="0"/>
              <a:t>  @OneToMany(mappedBy = "</a:t>
            </a:r>
            <a:r>
              <a:rPr lang="es-ES" sz="1400" dirty="0" err="1"/>
              <a:t>categoria</a:t>
            </a:r>
            <a:r>
              <a:rPr lang="es-ES" sz="1400" dirty="0"/>
              <a:t>")</a:t>
            </a:r>
          </a:p>
          <a:p>
            <a:pPr>
              <a:defRPr sz="1600"/>
            </a:pPr>
            <a:r>
              <a:rPr lang="es-ES" sz="1400" dirty="0"/>
              <a:t>  </a:t>
            </a:r>
            <a:r>
              <a:rPr lang="es-ES" sz="1400" dirty="0" err="1"/>
              <a:t>private</a:t>
            </a:r>
            <a:r>
              <a:rPr lang="es-ES" sz="1400" dirty="0"/>
              <a:t> </a:t>
            </a:r>
            <a:r>
              <a:rPr lang="es-ES" sz="1400" dirty="0" err="1"/>
              <a:t>List</a:t>
            </a:r>
            <a:r>
              <a:rPr lang="es-ES" sz="1400" dirty="0"/>
              <a:t>&lt;Producto&gt; productos;</a:t>
            </a:r>
          </a:p>
          <a:p>
            <a:pPr>
              <a:defRPr sz="1600"/>
            </a:pPr>
            <a:r>
              <a:rPr lang="es-ES" sz="1400" dirty="0"/>
              <a:t>}</a:t>
            </a:r>
          </a:p>
          <a:p>
            <a:pPr>
              <a:defRPr sz="1600"/>
            </a:pPr>
            <a:endParaRPr lang="es-ES" sz="1400" dirty="0"/>
          </a:p>
          <a:p>
            <a:pPr>
              <a:defRPr sz="1600"/>
            </a:pPr>
            <a:r>
              <a:rPr lang="es-ES" sz="1400" dirty="0" err="1"/>
              <a:t>public</a:t>
            </a:r>
            <a:r>
              <a:rPr lang="es-ES" sz="1400" dirty="0"/>
              <a:t> </a:t>
            </a:r>
            <a:r>
              <a:rPr lang="es-ES" sz="1400" dirty="0" err="1"/>
              <a:t>class</a:t>
            </a:r>
            <a:r>
              <a:rPr lang="es-ES" sz="1400" dirty="0"/>
              <a:t> Producto {</a:t>
            </a:r>
          </a:p>
          <a:p>
            <a:pPr>
              <a:defRPr sz="1600"/>
            </a:pPr>
            <a:r>
              <a:rPr lang="es-ES" sz="1400" dirty="0"/>
              <a:t>  @ManyToOne</a:t>
            </a:r>
          </a:p>
          <a:p>
            <a:pPr>
              <a:defRPr sz="1600"/>
            </a:pPr>
            <a:r>
              <a:rPr lang="es-ES" sz="1400" dirty="0"/>
              <a:t>  </a:t>
            </a:r>
            <a:r>
              <a:rPr lang="es-ES" sz="1400" dirty="0" err="1"/>
              <a:t>private</a:t>
            </a:r>
            <a:r>
              <a:rPr lang="es-ES" sz="1400" dirty="0"/>
              <a:t> </a:t>
            </a:r>
            <a:r>
              <a:rPr lang="es-ES" sz="1400" dirty="0" err="1"/>
              <a:t>Categoria</a:t>
            </a:r>
            <a:r>
              <a:rPr lang="es-ES" sz="1400" dirty="0"/>
              <a:t> </a:t>
            </a:r>
            <a:r>
              <a:rPr lang="es-ES" sz="1400" dirty="0" err="1"/>
              <a:t>categoria</a:t>
            </a:r>
            <a:r>
              <a:rPr lang="es-ES" sz="1400" dirty="0"/>
              <a:t>;</a:t>
            </a:r>
          </a:p>
          <a:p>
            <a:pPr>
              <a:defRPr sz="1600"/>
            </a:pPr>
            <a:r>
              <a:rPr lang="es-ES" sz="1400" dirty="0"/>
              <a:t>}</a:t>
            </a:r>
          </a:p>
          <a:p>
            <a:pPr>
              <a:defRPr sz="1600"/>
            </a:pPr>
            <a:endParaRPr lang="es-ES" sz="1400" dirty="0"/>
          </a:p>
          <a:p>
            <a:pPr>
              <a:defRPr sz="1600"/>
            </a:pPr>
            <a:r>
              <a:rPr lang="es-ES" sz="1400" dirty="0"/>
              <a:t>@ManyToMany</a:t>
            </a:r>
          </a:p>
          <a:p>
            <a:pPr>
              <a:defRPr sz="1600"/>
            </a:pPr>
            <a:r>
              <a:rPr lang="es-ES" sz="1400" dirty="0"/>
              <a:t>@JoinTable(</a:t>
            </a:r>
          </a:p>
          <a:p>
            <a:pPr>
              <a:defRPr sz="1600"/>
            </a:pPr>
            <a:r>
              <a:rPr lang="es-ES" sz="1400" dirty="0"/>
              <a:t>  </a:t>
            </a:r>
            <a:r>
              <a:rPr lang="es-ES" sz="1400" dirty="0" err="1"/>
              <a:t>name</a:t>
            </a:r>
            <a:r>
              <a:rPr lang="es-ES" sz="1400" dirty="0"/>
              <a:t> = "</a:t>
            </a:r>
            <a:r>
              <a:rPr lang="es-ES" sz="1400" dirty="0" err="1"/>
              <a:t>producto_pedido</a:t>
            </a:r>
            <a:r>
              <a:rPr lang="es-ES" sz="1400" dirty="0"/>
              <a:t>",</a:t>
            </a:r>
          </a:p>
          <a:p>
            <a:pPr>
              <a:defRPr sz="1600"/>
            </a:pPr>
            <a:r>
              <a:rPr lang="es-ES" sz="1400" dirty="0"/>
              <a:t>  </a:t>
            </a:r>
            <a:r>
              <a:rPr lang="es-ES" sz="1400" dirty="0" err="1"/>
              <a:t>joinColumns</a:t>
            </a:r>
            <a:r>
              <a:rPr lang="es-ES" sz="1400" dirty="0"/>
              <a:t> = @JoinColumn(name = "</a:t>
            </a:r>
            <a:r>
              <a:rPr lang="es-ES" sz="1400" dirty="0" err="1"/>
              <a:t>producto_id</a:t>
            </a:r>
            <a:r>
              <a:rPr lang="es-ES" sz="1400" dirty="0"/>
              <a:t>"),</a:t>
            </a:r>
          </a:p>
          <a:p>
            <a:pPr>
              <a:defRPr sz="1600"/>
            </a:pPr>
            <a:r>
              <a:rPr lang="es-ES" sz="1400" dirty="0"/>
              <a:t>  </a:t>
            </a:r>
            <a:r>
              <a:rPr lang="es-ES" sz="1400" dirty="0" err="1"/>
              <a:t>inverseJoinColumns</a:t>
            </a:r>
            <a:r>
              <a:rPr lang="es-ES" sz="1400" dirty="0"/>
              <a:t> = @JoinColumn(name = "</a:t>
            </a:r>
            <a:r>
              <a:rPr lang="es-ES" sz="1400" dirty="0" err="1"/>
              <a:t>pedido_id</a:t>
            </a:r>
            <a:r>
              <a:rPr lang="es-ES" sz="1400" dirty="0"/>
              <a:t>")</a:t>
            </a:r>
          </a:p>
          <a:p>
            <a:pPr>
              <a:defRPr sz="1600"/>
            </a:pPr>
            <a:r>
              <a:rPr lang="es-ES" sz="1400" dirty="0"/>
              <a:t>)</a:t>
            </a:r>
          </a:p>
          <a:p>
            <a:pPr>
              <a:defRPr sz="1600"/>
            </a:pPr>
            <a:r>
              <a:rPr lang="es-ES" sz="1400" dirty="0" err="1"/>
              <a:t>private</a:t>
            </a:r>
            <a:r>
              <a:rPr lang="es-ES" sz="1400" dirty="0"/>
              <a:t> </a:t>
            </a:r>
            <a:r>
              <a:rPr lang="es-ES" sz="1400" dirty="0" err="1"/>
              <a:t>List</a:t>
            </a:r>
            <a:r>
              <a:rPr lang="es-ES" sz="1400" dirty="0"/>
              <a:t>&lt;Pedido&gt; pedidos;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D141D2-8335-6AF0-28A4-53663E73F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78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49AD-BF9D-0191-AA04-B58FEDBD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4ABD3CF-F035-F9A8-8D03-C0425BAD9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80EBEE-186E-086C-4B5F-ADCD4ED68BF3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AE8FBACA-B68C-22CF-53F3-728BF077B74C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349E99E7-F9B6-DA7C-DA00-32EF74DA68A2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D3052EC-CACD-9912-F746-0803A5695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E983C2-6C72-DC16-DB45-48694DA3F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082785"/>
            <a:ext cx="978987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Consulta derivada en JPA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sz="1200" dirty="0"/>
              <a:t>Spring Data permite consultas automáticas por convención:</a:t>
            </a:r>
          </a:p>
          <a:p>
            <a:pPr>
              <a:defRPr sz="1600"/>
            </a:pPr>
            <a:r>
              <a:rPr lang="es-ES" sz="1200" dirty="0" err="1"/>
              <a:t>List</a:t>
            </a:r>
            <a:r>
              <a:rPr lang="es-ES" sz="1200" dirty="0"/>
              <a:t>&lt;Producto&gt; </a:t>
            </a:r>
            <a:r>
              <a:rPr lang="es-ES" sz="1200" dirty="0" err="1"/>
              <a:t>findByNombreContaining</a:t>
            </a:r>
            <a:r>
              <a:rPr lang="es-ES" sz="1200" dirty="0"/>
              <a:t>(</a:t>
            </a:r>
            <a:r>
              <a:rPr lang="es-ES" sz="1200" dirty="0" err="1"/>
              <a:t>String</a:t>
            </a:r>
            <a:r>
              <a:rPr lang="es-ES" sz="1200" dirty="0"/>
              <a:t> nombre);</a:t>
            </a:r>
          </a:p>
          <a:p>
            <a:pPr>
              <a:defRPr sz="1600"/>
            </a:pPr>
            <a:r>
              <a:rPr lang="es-ES" sz="1200" dirty="0" err="1"/>
              <a:t>List</a:t>
            </a:r>
            <a:r>
              <a:rPr lang="es-ES" sz="1200" dirty="0"/>
              <a:t>&lt;Producto&gt; </a:t>
            </a:r>
            <a:r>
              <a:rPr lang="es-ES" sz="1200" dirty="0" err="1"/>
              <a:t>findByPrecioBetween</a:t>
            </a:r>
            <a:r>
              <a:rPr lang="es-ES" sz="1200" dirty="0"/>
              <a:t>(</a:t>
            </a:r>
            <a:r>
              <a:rPr lang="es-ES" sz="1200" dirty="0" err="1"/>
              <a:t>Double</a:t>
            </a:r>
            <a:r>
              <a:rPr lang="es-ES" sz="1200" dirty="0"/>
              <a:t> min, </a:t>
            </a:r>
            <a:r>
              <a:rPr lang="es-ES" sz="1200" dirty="0" err="1"/>
              <a:t>Double</a:t>
            </a:r>
            <a:r>
              <a:rPr lang="es-ES" sz="1200" dirty="0"/>
              <a:t> </a:t>
            </a:r>
            <a:r>
              <a:rPr lang="es-ES" sz="1200" dirty="0" err="1"/>
              <a:t>max</a:t>
            </a:r>
            <a:r>
              <a:rPr lang="es-ES" sz="1200" dirty="0"/>
              <a:t>);</a:t>
            </a:r>
          </a:p>
          <a:p>
            <a:pPr>
              <a:defRPr sz="1600"/>
            </a:pPr>
            <a:endParaRPr lang="es-ES" sz="1200" dirty="0"/>
          </a:p>
          <a:p>
            <a:pPr>
              <a:defRPr sz="1600"/>
            </a:pPr>
            <a:r>
              <a:rPr lang="es-ES" sz="1200" dirty="0"/>
              <a:t>Estas consultas se construyen automáticamente en tiempo de ejecución.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FE20FA8-412F-D3BC-553D-65CF83884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97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E0BA-BD47-4024-9BC9-CE398D7B1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1FCD83-D1D1-481E-53D9-24DE7858C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B54AFB-DD8F-035D-6E8E-6E5FE345EDA8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07986583-205D-C0E3-4A26-0B32AAB5F73D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ADE91A88-FDAE-BD56-6ED3-8FF944E30E85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2E2A654-F981-7C5E-E8C9-D12F1FD62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C600094-06ED-0308-05FD-912115F91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651901"/>
            <a:ext cx="735778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es JPQL?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JPQL (Java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Persistence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es un lenguaje de consultas orientado a objetos.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usa con JPA y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Hibernate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consultar entidades, no tablas directamente.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Sintaxis similar a SQL, pero basada en clases y sus atributos.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de JPQL: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@Query("SELECT p FROM Producto p WHERE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p.precio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:min")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&lt;Producto&gt;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buscarPorPrecioMinimo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(@Param("min")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Double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min);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 una entidad Java, no una tabla SQL.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p.precio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 un atributo de la clase, no una columna.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¿Y SQL nativo?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También puedes usar SQL real directamente</a:t>
            </a:r>
            <a:r>
              <a:rPr lang="es-ES" altLang="es-ES" sz="1200" dirty="0">
                <a:latin typeface="Arial" panose="020B0604020202020204" pitchFamily="34" charset="0"/>
              </a:rPr>
              <a:t>, u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 la estructura de base de datos real (tablas, columnas):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@Query(value = "SELECT * FROM producto WHERE precio &gt; ?1",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nativeQuery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true)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&lt;Producto&gt; 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buscarSQL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Double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precio);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¿Cuándo usar cada uno?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JPQL: más portátil y desacoplado de la base de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nativo: necesario para operaciones específicas o complejas no soportadas por JPQL.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C722E8-4FF6-AA52-9038-84DCF302F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6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79E8-137E-A1E6-6FB7-F6FF9D47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DC6489-0B2F-9C26-F56E-1A2535A3B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C8E5F6-D1AD-0930-7759-59F0F469ECC8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CC0C75E8-55A9-C44A-B47C-FBB215C7ECBF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56DC756E-5452-F247-7F30-42714395CD0C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9E786E9-8A17-A222-577A-BE98F561D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5D804F2-391E-585B-13C1-B6804DE81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23" y="1015899"/>
            <a:ext cx="714676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Eliminación de entidades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dirty="0"/>
              <a:t>- </a:t>
            </a:r>
            <a:r>
              <a:rPr lang="es-ES" dirty="0" err="1"/>
              <a:t>repo.deleteById</a:t>
            </a:r>
            <a:r>
              <a:rPr lang="es-ES" dirty="0"/>
              <a:t>(id): elimina una entidad por ID.</a:t>
            </a:r>
          </a:p>
          <a:p>
            <a:pPr>
              <a:defRPr sz="1600"/>
            </a:pPr>
            <a:r>
              <a:rPr lang="es-ES" dirty="0"/>
              <a:t>- </a:t>
            </a:r>
            <a:r>
              <a:rPr lang="es-ES" dirty="0" err="1"/>
              <a:t>repo.delete</a:t>
            </a:r>
            <a:r>
              <a:rPr lang="es-ES" dirty="0"/>
              <a:t>(</a:t>
            </a:r>
            <a:r>
              <a:rPr lang="es-ES" dirty="0" err="1"/>
              <a:t>entity</a:t>
            </a:r>
            <a:r>
              <a:rPr lang="es-ES" dirty="0"/>
              <a:t>): elimina una instancia existente.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No se necesita implementar estas operaciones, </a:t>
            </a:r>
            <a:r>
              <a:rPr lang="es-ES" dirty="0" err="1"/>
              <a:t>JpaRepository</a:t>
            </a:r>
            <a:r>
              <a:rPr lang="es-ES" dirty="0"/>
              <a:t> ya las tiene definidas.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353C71-E850-722D-6343-70ABC5391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0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41E3E-9067-2FEC-BB84-6E738B60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A975B9-7E27-8A77-FB7F-575755F31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0E227E-7DD0-6E25-AF3A-68D0E7EE2BAA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C905A04D-4117-C09E-71B5-CD36A3C1F848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999DCB52-AF24-3059-87F4-209CFE34D960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1189D31-A4B0-606E-7D40-3234A4B98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4116918-5304-8574-6EE7-B1618C5EB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95" y="926224"/>
            <a:ext cx="569111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Manejo de errores básicos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r>
              <a:rPr lang="es-ES" dirty="0"/>
              <a:t>Usar </a:t>
            </a:r>
            <a:r>
              <a:rPr lang="es-ES" dirty="0" err="1"/>
              <a:t>ResponseEntity</a:t>
            </a:r>
            <a:r>
              <a:rPr lang="es-ES" dirty="0"/>
              <a:t> para controlar el resultado: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ResponseEntity</a:t>
            </a:r>
            <a:r>
              <a:rPr lang="es-ES" dirty="0"/>
              <a:t>&lt;Producto&gt; buscar(@PathVariable Long id) {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repo.findById</a:t>
            </a:r>
            <a:r>
              <a:rPr lang="es-ES" dirty="0"/>
              <a:t>(id)</a:t>
            </a:r>
          </a:p>
          <a:p>
            <a:pPr>
              <a:defRPr sz="1600"/>
            </a:pPr>
            <a:r>
              <a:rPr lang="es-ES" dirty="0"/>
              <a:t>      .</a:t>
            </a:r>
            <a:r>
              <a:rPr lang="es-ES" dirty="0" err="1"/>
              <a:t>map</a:t>
            </a:r>
            <a:r>
              <a:rPr lang="es-ES" dirty="0"/>
              <a:t>(</a:t>
            </a:r>
            <a:r>
              <a:rPr lang="es-ES" dirty="0" err="1"/>
              <a:t>ResponseEntity</a:t>
            </a:r>
            <a:r>
              <a:rPr lang="es-ES" dirty="0"/>
              <a:t>::ok)</a:t>
            </a:r>
          </a:p>
          <a:p>
            <a:pPr>
              <a:defRPr sz="1600"/>
            </a:pPr>
            <a:r>
              <a:rPr lang="es-ES" dirty="0"/>
              <a:t>      .</a:t>
            </a:r>
            <a:r>
              <a:rPr lang="es-ES" dirty="0" err="1"/>
              <a:t>orElse</a:t>
            </a:r>
            <a:r>
              <a:rPr lang="es-ES" dirty="0"/>
              <a:t>(</a:t>
            </a:r>
            <a:r>
              <a:rPr lang="es-ES" dirty="0" err="1"/>
              <a:t>ResponseEntity.notFound</a:t>
            </a:r>
            <a:r>
              <a:rPr lang="es-ES" dirty="0"/>
              <a:t>().</a:t>
            </a:r>
            <a:r>
              <a:rPr lang="es-ES" dirty="0" err="1"/>
              <a:t>build</a:t>
            </a:r>
            <a:r>
              <a:rPr lang="es-ES" dirty="0"/>
              <a:t>());</a:t>
            </a:r>
          </a:p>
          <a:p>
            <a:pPr>
              <a:defRPr sz="1600"/>
            </a:pPr>
            <a:r>
              <a:rPr lang="es-ES" dirty="0"/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C6567D-74BF-0D40-7A05-EC2AAEADA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03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1C999-59C4-68FB-9CCC-685701BD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F2CD3A-1085-BABE-C5D2-BF1E520A9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5D7F83-2A65-F05C-6460-53F696EB1409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67E46804-D2B3-1CE5-098F-50CBFC1C42E3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82660C6A-4CC0-3E15-0DD9-B3B9D42EB2E4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08F2ECA-104D-0AE4-CC43-E12C4F783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CF7F7EA-A229-33F1-15A7-024AEF354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95" y="1172445"/>
            <a:ext cx="5256952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Actividad práctica (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Hibernate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r>
              <a:rPr lang="es-ES" dirty="0"/>
              <a:t>Crear una API CRUD para entidad Cliente (id, nombre, email).</a:t>
            </a:r>
          </a:p>
          <a:p>
            <a:pPr>
              <a:defRPr sz="1600"/>
            </a:pPr>
            <a:r>
              <a:rPr lang="es-ES" dirty="0"/>
              <a:t>- Crear Cliente.java con @Entity</a:t>
            </a:r>
          </a:p>
          <a:p>
            <a:pPr>
              <a:defRPr sz="1600"/>
            </a:pPr>
            <a:r>
              <a:rPr lang="es-ES" dirty="0"/>
              <a:t>- Crear </a:t>
            </a:r>
            <a:r>
              <a:rPr lang="es-ES" dirty="0" err="1"/>
              <a:t>ClienteRepository</a:t>
            </a:r>
            <a:endParaRPr lang="es-ES" dirty="0"/>
          </a:p>
          <a:p>
            <a:pPr>
              <a:defRPr sz="1600"/>
            </a:pPr>
            <a:r>
              <a:rPr lang="es-ES" dirty="0"/>
              <a:t>- Crear </a:t>
            </a:r>
            <a:r>
              <a:rPr lang="es-ES" dirty="0" err="1"/>
              <a:t>ClienteService</a:t>
            </a:r>
            <a:r>
              <a:rPr lang="es-ES" dirty="0"/>
              <a:t> y </a:t>
            </a:r>
            <a:r>
              <a:rPr lang="es-ES" dirty="0" err="1"/>
              <a:t>ClienteController</a:t>
            </a:r>
            <a:endParaRPr lang="es-ES" dirty="0"/>
          </a:p>
          <a:p>
            <a:pPr>
              <a:defRPr sz="1600"/>
            </a:pPr>
            <a:r>
              <a:rPr lang="es-ES" dirty="0"/>
              <a:t>- Probar con </a:t>
            </a:r>
            <a:r>
              <a:rPr lang="es-ES" dirty="0" err="1"/>
              <a:t>Postman</a:t>
            </a:r>
            <a:r>
              <a:rPr lang="es-ES" dirty="0"/>
              <a:t> usando GET, POST, PUT, DELETE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BD4A7F-4E57-EA73-E37C-DE8BDFD10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03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334B6-C953-6775-BC32-259415C9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FABF69-75A5-D53C-3384-95F540CB6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C5D8DB-1767-F791-4119-A1A70FC56203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ACE998BE-851A-2D17-21F7-3CB06A837CF3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E45245C0-131B-8D42-47B1-CC124F3BF4BC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54F30CC-3811-7D2E-ABDA-C7A9274F5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86A8075-D2A4-A849-C84D-655F80183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612893"/>
            <a:ext cx="679025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@DataJpaTest para pruebas unitarias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r>
              <a:rPr lang="es-ES" dirty="0"/>
              <a:t>@DataJpaTest ejecuta una prueba JPA real en memoria.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@Autowired </a:t>
            </a:r>
          </a:p>
          <a:p>
            <a:pPr>
              <a:defRPr sz="1600"/>
            </a:pPr>
            <a:r>
              <a:rPr lang="es-ES" dirty="0" err="1"/>
              <a:t>ClienteRepository</a:t>
            </a:r>
            <a:r>
              <a:rPr lang="es-ES" dirty="0"/>
              <a:t> repo;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@Test </a:t>
            </a:r>
          </a:p>
          <a:p>
            <a:pPr>
              <a:defRPr sz="1600"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insertarCliente</a:t>
            </a:r>
            <a:r>
              <a:rPr lang="es-ES" dirty="0"/>
              <a:t>() {</a:t>
            </a:r>
          </a:p>
          <a:p>
            <a:pPr>
              <a:defRPr sz="1600"/>
            </a:pPr>
            <a:r>
              <a:rPr lang="es-ES" dirty="0"/>
              <a:t>  Cliente c = new Cliente(</a:t>
            </a:r>
            <a:r>
              <a:rPr lang="es-ES" dirty="0" err="1"/>
              <a:t>null</a:t>
            </a:r>
            <a:r>
              <a:rPr lang="es-ES" dirty="0"/>
              <a:t>, "Ana", "ana@mail.com");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repo.save</a:t>
            </a:r>
            <a:r>
              <a:rPr lang="es-ES" dirty="0"/>
              <a:t>(c);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assertThat</a:t>
            </a:r>
            <a:r>
              <a:rPr lang="es-ES" dirty="0"/>
              <a:t>(</a:t>
            </a:r>
            <a:r>
              <a:rPr lang="es-ES" dirty="0" err="1"/>
              <a:t>repo.findAll</a:t>
            </a:r>
            <a:r>
              <a:rPr lang="es-ES" dirty="0"/>
              <a:t>()).</a:t>
            </a:r>
            <a:r>
              <a:rPr lang="es-ES" dirty="0" err="1"/>
              <a:t>isNotEmpty</a:t>
            </a:r>
            <a:r>
              <a:rPr lang="es-ES" dirty="0"/>
              <a:t>();</a:t>
            </a:r>
          </a:p>
          <a:p>
            <a:pPr>
              <a:defRPr sz="1600"/>
            </a:pPr>
            <a:r>
              <a:rPr lang="es-ES" dirty="0"/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452B62-2E78-B87D-8AAF-3FA689F68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08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42C73-FFBC-A681-BDD9-F880D0680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70DA54-99C8-44D3-E066-A297C94BA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0D123C-E337-4744-A417-767BE3BC139A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453CF8C7-87C2-D91E-E91A-2DAA8726615F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1770885C-92F2-B2BE-B587-90E9EB568999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6B719A6-3DCA-E98F-74F9-B40923927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D1165DB-179B-7726-DA9F-EA9FA9347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763159"/>
            <a:ext cx="538942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Validaciones en entidades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r>
              <a:rPr lang="es-ES" dirty="0"/>
              <a:t>@Entity</a:t>
            </a:r>
          </a:p>
          <a:p>
            <a:pPr>
              <a:defRPr sz="1600"/>
            </a:pP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Producto {</a:t>
            </a:r>
          </a:p>
          <a:p>
            <a:pPr>
              <a:defRPr sz="1600"/>
            </a:pPr>
            <a:r>
              <a:rPr lang="es-ES" dirty="0"/>
              <a:t>  @NotBlank 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dirty="0" err="1"/>
              <a:t>String</a:t>
            </a:r>
            <a:r>
              <a:rPr lang="es-ES" dirty="0"/>
              <a:t> nombre;</a:t>
            </a:r>
          </a:p>
          <a:p>
            <a:pPr>
              <a:defRPr sz="1600"/>
            </a:pPr>
            <a:r>
              <a:rPr lang="es-ES" dirty="0"/>
              <a:t>  @Min(0) </a:t>
            </a:r>
          </a:p>
          <a:p>
            <a:pPr>
              <a:defRPr sz="1600"/>
            </a:pPr>
            <a:r>
              <a:rPr lang="es-ES" dirty="0"/>
              <a:t>  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dirty="0" err="1"/>
              <a:t>Double</a:t>
            </a:r>
            <a:r>
              <a:rPr lang="es-ES" dirty="0"/>
              <a:t> precio;</a:t>
            </a:r>
          </a:p>
          <a:p>
            <a:pPr>
              <a:defRPr sz="1600"/>
            </a:pPr>
            <a:r>
              <a:rPr lang="es-ES" dirty="0"/>
              <a:t>}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@Valid en el controlador activa la validación: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@PostMapping </a:t>
            </a:r>
          </a:p>
          <a:p>
            <a:pPr>
              <a:defRPr sz="1600"/>
            </a:pPr>
            <a:r>
              <a:rPr lang="es-ES" dirty="0" err="1"/>
              <a:t>public</a:t>
            </a:r>
            <a:r>
              <a:rPr lang="es-ES" dirty="0"/>
              <a:t> Producto crear(@Valid @RequestBody Producto p) { ...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DC3591-2E62-1398-1C07-665AA1CDE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38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EF54-3844-81AD-89D8-DCE62148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1FAABE1-1B5F-3170-0B26-B9AFF2A00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6D6D8B-26CC-E41B-5727-5EBAEACED63A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4DED0CE3-2C36-1A5D-747A-156ACFAB8627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E3256188-75E4-8362-9885-DC1B20ED587A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3576BC2-040F-5B59-7F3A-993FF17BB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04D1019-80FD-076A-F5AA-5C0D1C103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501822"/>
            <a:ext cx="59985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Introducción a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r>
              <a:rPr lang="es-ES" dirty="0" err="1"/>
              <a:t>Flyway</a:t>
            </a:r>
            <a:r>
              <a:rPr lang="es-ES" dirty="0"/>
              <a:t> es una herramienta de migraciones controladas.</a:t>
            </a:r>
          </a:p>
          <a:p>
            <a:pPr>
              <a:defRPr sz="1600"/>
            </a:pPr>
            <a:r>
              <a:rPr lang="es-ES" dirty="0"/>
              <a:t>Permite definir scripts SQL versionados que se aplican al iniciar la app.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Ventajas:</a:t>
            </a:r>
          </a:p>
          <a:p>
            <a:pPr>
              <a:defRPr sz="1600"/>
            </a:pPr>
            <a:r>
              <a:rPr lang="es-ES" dirty="0"/>
              <a:t>- Versionado del esquema de base de datos</a:t>
            </a:r>
          </a:p>
          <a:p>
            <a:pPr>
              <a:defRPr sz="1600"/>
            </a:pPr>
            <a:r>
              <a:rPr lang="es-ES" dirty="0"/>
              <a:t>- Repetibilidad y control en entornos de desarrollo/producción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01A0A2-80A9-3A2C-4244-931C93CF6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46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0306-4511-62B2-0563-1519514F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3100F7C-F00C-E3D8-F802-CF1010175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A7F114-9762-3E1F-DD8B-B14FB28C9B1A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238BFDE1-BE0F-9F47-0F2D-56AB58FB9AEC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A6156C94-B105-EA8A-7099-6994C1D9E698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ADAE995-A067-BF79-059A-151629BD2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24B9189-456C-3782-58B6-473C49B61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773220"/>
            <a:ext cx="546636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Configuración básica de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 err="1"/>
              <a:t>spring.flyway.enabled</a:t>
            </a:r>
            <a:r>
              <a:rPr lang="es-ES" dirty="0"/>
              <a:t>=true</a:t>
            </a:r>
          </a:p>
          <a:p>
            <a:pPr>
              <a:defRPr sz="1600"/>
            </a:pPr>
            <a:r>
              <a:rPr lang="es-ES" dirty="0" err="1"/>
              <a:t>spring.flyway.locations</a:t>
            </a:r>
            <a:r>
              <a:rPr lang="es-ES" dirty="0"/>
              <a:t>=</a:t>
            </a:r>
            <a:r>
              <a:rPr lang="es-ES" dirty="0" err="1"/>
              <a:t>classpath:db</a:t>
            </a:r>
            <a:r>
              <a:rPr lang="es-ES" dirty="0"/>
              <a:t>/</a:t>
            </a:r>
            <a:r>
              <a:rPr lang="es-ES" dirty="0" err="1"/>
              <a:t>migration</a:t>
            </a:r>
            <a:endParaRPr lang="es-ES" dirty="0"/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r>
              <a:rPr lang="es-ES" dirty="0"/>
              <a:t>Los scripts deben llamarse: V1__nombre.sql, V2__nombre.sql...</a:t>
            </a:r>
          </a:p>
          <a:p>
            <a:pPr>
              <a:defRPr sz="1600"/>
            </a:pPr>
            <a:r>
              <a:rPr lang="es-ES" dirty="0"/>
              <a:t>Se ejecutan por orden en cada arranque de la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CB00A2-B49D-B10E-96E2-07F08381D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177535"/>
            <a:ext cx="1143336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Dependencia de 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pom.xml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usar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un proyecto con Spring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Maven, debes incluir la siguiente dependencia en el archivo 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pom.xml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dependency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 &lt;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groupId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org.flywaydb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&lt;/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groupId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 &lt;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artifactId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flyway-core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&lt;/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artifactId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&lt;/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dependency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 dependencia permite que Spring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detecte y ejecute automáticamente los scripts de migración SQL almacenados en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src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resources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migration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necesitas configurar nada adicional si usas convenciones por defecto.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B4AF9FC-FDEC-45CE-56B9-55C7E8B08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49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7012-CF63-155A-E9C3-77FD51D7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3FD74C-162C-7BFF-3853-AB3203055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2C63E6-BEC1-B437-2926-BC30FDBB6D0B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53AF3880-42BE-1538-A5F9-9439286915C5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C2114185-A350-7B12-46CD-F291441DC4F4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DA78EC5-CBDE-B86D-8D35-B4AA23BB4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EAD19DC-FD84-CE29-A84D-F4BC7A6C1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22" y="575580"/>
            <a:ext cx="1145087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tabla de control de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flyway_schema_history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 una tabla llamada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flyway_schema_history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 tu base de datos para registrar cada migración ejecutada. Esta tabla permite a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Flyway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saber qué scripts ya se han aplicado y cuáles no.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Columnas más importantes: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installed_rank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orden secuencial de ejecución.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version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versión del script (ej. '1', '2.1').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description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descripción del script extraída del nombre (ej. '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crear_tabla_productos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').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type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tipo de migración (SQL, JDBC, etc.).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script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nombre exacto del archivo ejecutado.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checksum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verificación del contenido del script.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installed_by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usuario que ejecutó la migración.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installed_on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fecha y hora de ejecución.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execution_time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tiempo que tardó en ejecutarse (ms).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success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booleano que indica si fue exitoso (true/false).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1001468-AA53-4B28-AF33-42A4086CD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072911"/>
              </p:ext>
            </p:extLst>
          </p:nvPr>
        </p:nvGraphicFramePr>
        <p:xfrm>
          <a:off x="618184" y="5379318"/>
          <a:ext cx="10785045" cy="487680"/>
        </p:xfrm>
        <a:graphic>
          <a:graphicData uri="http://schemas.openxmlformats.org/drawingml/2006/table">
            <a:tbl>
              <a:tblPr/>
              <a:tblGrid>
                <a:gridCol w="996645">
                  <a:extLst>
                    <a:ext uri="{9D8B030D-6E8A-4147-A177-3AD203B41FA5}">
                      <a16:colId xmlns:a16="http://schemas.microsoft.com/office/drawing/2014/main" val="2587782563"/>
                    </a:ext>
                  </a:extLst>
                </a:gridCol>
                <a:gridCol w="686453">
                  <a:extLst>
                    <a:ext uri="{9D8B030D-6E8A-4147-A177-3AD203B41FA5}">
                      <a16:colId xmlns:a16="http://schemas.microsoft.com/office/drawing/2014/main" val="4173362765"/>
                    </a:ext>
                  </a:extLst>
                </a:gridCol>
                <a:gridCol w="1552415">
                  <a:extLst>
                    <a:ext uri="{9D8B030D-6E8A-4147-A177-3AD203B41FA5}">
                      <a16:colId xmlns:a16="http://schemas.microsoft.com/office/drawing/2014/main" val="1021080586"/>
                    </a:ext>
                  </a:extLst>
                </a:gridCol>
                <a:gridCol w="497276">
                  <a:extLst>
                    <a:ext uri="{9D8B030D-6E8A-4147-A177-3AD203B41FA5}">
                      <a16:colId xmlns:a16="http://schemas.microsoft.com/office/drawing/2014/main" val="1021609141"/>
                    </a:ext>
                  </a:extLst>
                </a:gridCol>
                <a:gridCol w="1856323">
                  <a:extLst>
                    <a:ext uri="{9D8B030D-6E8A-4147-A177-3AD203B41FA5}">
                      <a16:colId xmlns:a16="http://schemas.microsoft.com/office/drawing/2014/main" val="780355414"/>
                    </a:ext>
                  </a:extLst>
                </a:gridCol>
                <a:gridCol w="881915">
                  <a:extLst>
                    <a:ext uri="{9D8B030D-6E8A-4147-A177-3AD203B41FA5}">
                      <a16:colId xmlns:a16="http://schemas.microsoft.com/office/drawing/2014/main" val="2103098518"/>
                    </a:ext>
                  </a:extLst>
                </a:gridCol>
                <a:gridCol w="868057">
                  <a:extLst>
                    <a:ext uri="{9D8B030D-6E8A-4147-A177-3AD203B41FA5}">
                      <a16:colId xmlns:a16="http://schemas.microsoft.com/office/drawing/2014/main" val="3750972049"/>
                    </a:ext>
                  </a:extLst>
                </a:gridCol>
                <a:gridCol w="1343789">
                  <a:extLst>
                    <a:ext uri="{9D8B030D-6E8A-4147-A177-3AD203B41FA5}">
                      <a16:colId xmlns:a16="http://schemas.microsoft.com/office/drawing/2014/main" val="218139650"/>
                    </a:ext>
                  </a:extLst>
                </a:gridCol>
                <a:gridCol w="1023667">
                  <a:extLst>
                    <a:ext uri="{9D8B030D-6E8A-4147-A177-3AD203B41FA5}">
                      <a16:colId xmlns:a16="http://schemas.microsoft.com/office/drawing/2014/main" val="196510425"/>
                    </a:ext>
                  </a:extLst>
                </a:gridCol>
                <a:gridCol w="1078505">
                  <a:extLst>
                    <a:ext uri="{9D8B030D-6E8A-4147-A177-3AD203B41FA5}">
                      <a16:colId xmlns:a16="http://schemas.microsoft.com/office/drawing/2014/main" val="2210395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" sz="1000" dirty="0" err="1"/>
                        <a:t>installed_rank</a:t>
                      </a:r>
                      <a:endParaRPr lang="es-E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 err="1"/>
                        <a:t>version</a:t>
                      </a:r>
                      <a:endParaRPr lang="es-E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 err="1"/>
                        <a:t>description</a:t>
                      </a:r>
                      <a:endParaRPr lang="es-E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checksum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installed_by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 err="1"/>
                        <a:t>installed_on</a:t>
                      </a:r>
                      <a:endParaRPr lang="es-E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 err="1"/>
                        <a:t>execution_time</a:t>
                      </a:r>
                      <a:endParaRPr lang="es-E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 err="1"/>
                        <a:t>success</a:t>
                      </a:r>
                      <a:endParaRPr lang="es-E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67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 err="1"/>
                        <a:t>crear_tabla_productos</a:t>
                      </a:r>
                      <a:endParaRPr lang="es-E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V1__crear_tabla_productos.sql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17382949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 err="1"/>
                        <a:t>root</a:t>
                      </a:r>
                      <a:endParaRPr lang="es-E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2024-04-10 10:35:12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581096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59253EA6-9777-66B3-2C84-DD4B4FC95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6" y="4672994"/>
            <a:ext cx="91326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de fila registrada: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 tabla es fundamental para que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evite ejecutar dos veces el mismo script.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8CE378-56C6-0087-ECA6-EFD9CDE61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79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A9C6-5692-69D4-CD7B-9B9FBF84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2A8AF83-2150-6B86-9A5A-2F4A9C24C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51AE3D-4062-F2FB-FF3D-B4B4561830C1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A2EAA50B-D214-75E4-2DC3-8E4AEEA5BA10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11D51889-EFC7-A8F3-3582-4B89D578681D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78C92F0-6ACB-F79D-BBE8-41EC1D58C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4231097-5821-9454-00CC-F844531C4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378712"/>
            <a:ext cx="5864362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de script de migración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  <a:defRPr sz="1600"/>
            </a:pPr>
            <a:r>
              <a:rPr lang="en-US" dirty="0" err="1"/>
              <a:t>src</a:t>
            </a:r>
            <a:r>
              <a:rPr lang="en-US" dirty="0"/>
              <a:t>/main/resources/</a:t>
            </a:r>
            <a:r>
              <a:rPr lang="en-US" dirty="0" err="1"/>
              <a:t>db</a:t>
            </a:r>
            <a:r>
              <a:rPr lang="en-US" dirty="0"/>
              <a:t>/migration/V1__crear_tabla_producto.sql</a:t>
            </a:r>
          </a:p>
          <a:p>
            <a:pPr marL="285750" indent="-285750">
              <a:buFont typeface="Wingdings" panose="05000000000000000000" pitchFamily="2" charset="2"/>
              <a:buChar char="n"/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CREATE TABLE </a:t>
            </a:r>
            <a:r>
              <a:rPr lang="en-US" dirty="0" err="1"/>
              <a:t>producto</a:t>
            </a:r>
            <a:r>
              <a:rPr lang="en-US" dirty="0"/>
              <a:t> (</a:t>
            </a:r>
          </a:p>
          <a:p>
            <a:pPr>
              <a:defRPr sz="1600"/>
            </a:pPr>
            <a:r>
              <a:rPr lang="en-US" dirty="0"/>
              <a:t>  </a:t>
            </a:r>
            <a:r>
              <a:rPr lang="en-US"/>
              <a:t>id INT </a:t>
            </a:r>
            <a:r>
              <a:rPr lang="en-US" dirty="0"/>
              <a:t>PRIMARY KEY AUTO_INCREMENT,</a:t>
            </a:r>
          </a:p>
          <a:p>
            <a:pPr>
              <a:defRPr sz="1600"/>
            </a:pPr>
            <a:r>
              <a:rPr lang="en-US" dirty="0"/>
              <a:t>  </a:t>
            </a:r>
            <a:r>
              <a:rPr lang="en-US" dirty="0" err="1"/>
              <a:t>nombre</a:t>
            </a:r>
            <a:r>
              <a:rPr lang="en-US" dirty="0"/>
              <a:t> VARCHAR(255),</a:t>
            </a:r>
          </a:p>
          <a:p>
            <a:pPr>
              <a:defRPr sz="1600"/>
            </a:pPr>
            <a:r>
              <a:rPr lang="en-US" dirty="0"/>
              <a:t>  </a:t>
            </a:r>
            <a:r>
              <a:rPr lang="en-US" dirty="0" err="1"/>
              <a:t>precio</a:t>
            </a:r>
            <a:r>
              <a:rPr lang="en-US" dirty="0"/>
              <a:t> DOUBLE</a:t>
            </a:r>
          </a:p>
          <a:p>
            <a:pPr>
              <a:defRPr sz="1600"/>
            </a:pPr>
            <a:r>
              <a:rPr lang="en-US" dirty="0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171447-1EE5-D937-3E81-7FD92AF75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DB81-DE1A-A239-EE84-80420917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EB456B-B25C-E507-CE00-87DA06920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056320-DCB2-2DC5-8DCF-BB815A1160E8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38091C1A-7DD5-E9F4-A70C-614F006070F0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66CA2F00-BE48-85C3-1FA8-E835B3508AA7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7726DC6-35A3-BE8A-9605-E6F0F0F12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AD964E5-B19F-9B88-CB58-AD76E575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871154"/>
            <a:ext cx="5060231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Hibernate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ddl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-auto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r>
              <a:rPr lang="es-ES" dirty="0"/>
              <a:t>- </a:t>
            </a:r>
            <a:r>
              <a:rPr lang="es-ES" dirty="0" err="1"/>
              <a:t>Flyway</a:t>
            </a:r>
            <a:r>
              <a:rPr lang="es-ES" dirty="0"/>
              <a:t>: control total sobre el esquema y sus versiones.</a:t>
            </a:r>
          </a:p>
          <a:p>
            <a:pPr>
              <a:defRPr sz="1600"/>
            </a:pPr>
            <a:r>
              <a:rPr lang="es-ES" dirty="0"/>
              <a:t>- </a:t>
            </a:r>
            <a:r>
              <a:rPr lang="es-ES" dirty="0" err="1"/>
              <a:t>ddl</a:t>
            </a:r>
            <a:r>
              <a:rPr lang="es-ES" dirty="0"/>
              <a:t>-auto: solo útil en desarrollo; peligroso en producción.</a:t>
            </a:r>
          </a:p>
          <a:p>
            <a:pPr>
              <a:defRPr sz="1600"/>
            </a:pPr>
            <a:r>
              <a:rPr lang="es-ES" dirty="0"/>
              <a:t>- </a:t>
            </a:r>
            <a:r>
              <a:rPr lang="es-ES" dirty="0" err="1"/>
              <a:t>Flyway</a:t>
            </a:r>
            <a:r>
              <a:rPr lang="es-ES" dirty="0"/>
              <a:t> puede trabajar junto con </a:t>
            </a:r>
            <a:r>
              <a:rPr lang="es-ES" dirty="0" err="1"/>
              <a:t>Hibernate</a:t>
            </a:r>
            <a:r>
              <a:rPr lang="es-ES" dirty="0"/>
              <a:t> sin conflictos.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F9D54A-23FD-7701-0502-2CB8C729A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27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7415-B9D5-F564-11E3-299C7DE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00F1ECC-3E04-FD03-574C-35989B3CD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7E3DF7-4BCB-B65A-4F12-F6255D4976DD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1D6D287E-0D24-3469-A3F8-39EF18EF7263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4E4378B1-6DA7-1D69-4D49-78C59B5CC7C0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F32449-21D8-5942-FC4B-3B96D34D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CA1A6DD-AE54-C4B7-C01A-2BA6E83E5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871154"/>
            <a:ext cx="5060231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Hibernate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ddl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-auto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r>
              <a:rPr lang="es-ES" dirty="0"/>
              <a:t>- </a:t>
            </a:r>
            <a:r>
              <a:rPr lang="es-ES" dirty="0" err="1"/>
              <a:t>Flyway</a:t>
            </a:r>
            <a:r>
              <a:rPr lang="es-ES" dirty="0"/>
              <a:t>: control total sobre el esquema y sus versiones.</a:t>
            </a:r>
          </a:p>
          <a:p>
            <a:pPr>
              <a:defRPr sz="1600"/>
            </a:pPr>
            <a:r>
              <a:rPr lang="es-ES" dirty="0"/>
              <a:t>- </a:t>
            </a:r>
            <a:r>
              <a:rPr lang="es-ES" dirty="0" err="1"/>
              <a:t>ddl</a:t>
            </a:r>
            <a:r>
              <a:rPr lang="es-ES" dirty="0"/>
              <a:t>-auto: solo útil en desarrollo; peligroso en producción.</a:t>
            </a:r>
          </a:p>
          <a:p>
            <a:pPr>
              <a:defRPr sz="1600"/>
            </a:pPr>
            <a:r>
              <a:rPr lang="es-ES" dirty="0"/>
              <a:t>- </a:t>
            </a:r>
            <a:r>
              <a:rPr lang="es-ES" dirty="0" err="1"/>
              <a:t>Flyway</a:t>
            </a:r>
            <a:r>
              <a:rPr lang="es-ES" dirty="0"/>
              <a:t> puede trabajar junto con </a:t>
            </a:r>
            <a:r>
              <a:rPr lang="es-ES" dirty="0" err="1"/>
              <a:t>Hibernate</a:t>
            </a:r>
            <a:r>
              <a:rPr lang="es-ES" dirty="0"/>
              <a:t> sin conflictos.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5E0DC1-0BED-6780-C8CD-AF1D013A5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25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1C2AE-DA43-26EF-88DA-784E3D25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F055ECA-5E35-EB5D-5D41-A45737317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1779C3-25EA-3564-2FC0-BFD128FB6194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B6EBA159-E8AF-CAE2-BEB3-CB3AC0243B7B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4FAC4D21-A141-4C19-A9D7-F1071DC0E8D0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A585EFC-CAC7-4E24-527D-C9AD78236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FC776BE-44D9-5CC5-225E-5B3B5B63D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1624933"/>
            <a:ext cx="5519909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Actividad práctica con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b="1" dirty="0">
              <a:latin typeface="Arial" panose="020B0604020202020204" pitchFamily="34" charset="0"/>
            </a:endParaRPr>
          </a:p>
          <a:p>
            <a:pPr>
              <a:defRPr sz="1600"/>
            </a:pPr>
            <a:r>
              <a:rPr lang="es-ES" dirty="0"/>
              <a:t>1. Crear entidad nueva: </a:t>
            </a:r>
            <a:r>
              <a:rPr lang="es-ES" dirty="0" err="1"/>
              <a:t>Categoria</a:t>
            </a:r>
            <a:r>
              <a:rPr lang="es-ES" dirty="0"/>
              <a:t>.</a:t>
            </a:r>
          </a:p>
          <a:p>
            <a:pPr>
              <a:defRPr sz="1600"/>
            </a:pPr>
            <a:r>
              <a:rPr lang="es-ES" dirty="0"/>
              <a:t>2. Crear script </a:t>
            </a:r>
            <a:r>
              <a:rPr lang="es-ES" dirty="0" err="1"/>
              <a:t>Flyway</a:t>
            </a:r>
            <a:r>
              <a:rPr lang="es-ES" dirty="0"/>
              <a:t> V2__crear_tabla_categoria.sql.</a:t>
            </a:r>
          </a:p>
          <a:p>
            <a:pPr>
              <a:defRPr sz="1600"/>
            </a:pPr>
            <a:r>
              <a:rPr lang="es-ES" dirty="0"/>
              <a:t>3. Insertar valores iniciales desde V3__datos_categoria.sql.</a:t>
            </a:r>
          </a:p>
          <a:p>
            <a:pPr>
              <a:defRPr sz="1600"/>
            </a:pPr>
            <a:r>
              <a:rPr lang="es-ES" dirty="0"/>
              <a:t>4. Cargar datos al arrancar con un controlador o con repositorio.</a:t>
            </a:r>
          </a:p>
          <a:p>
            <a:pPr>
              <a:defRPr sz="1600"/>
            </a:pPr>
            <a:r>
              <a:rPr lang="es-ES" dirty="0"/>
              <a:t>5. Verificar en base de datos que las tablas y datos existen.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7CB359-BEC5-3436-08C7-90A68F172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44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679AF-7896-9CFD-F8C5-75904891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4294B1F-0C2E-F846-F6F4-A5B912B8B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942617-FD6D-6F2A-62B6-8B1EBD8FBB66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4C56E112-E6BE-84F8-FAAE-36A3BA3F520B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9057958E-CF3F-AFBD-96A0-7CBF5B653918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920A893-95CC-71AB-1291-55C104B23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0087EF-5413-B6DF-0BAA-DFEE365F8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B9E3DCB-0476-98B9-02A0-69D1FFE97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705890"/>
            <a:ext cx="2496196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Debate y cierre: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52A6620-0D66-6527-60D6-279C975B0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166130"/>
            <a:ext cx="1133194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Preguntas para el grupo: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beneficios te aporta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Hibernate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frente al uso directo de JDBC?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riesgos podría tener usar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ddl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-auto=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 producción?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¿Cómo se complementan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Hibernate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un proyecto real?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ventajas ofrece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respecto a crear tablas manualmente o desde código?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Conclusiones clave: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Hibernate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simplifica enormemente la persistencia de objetos.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Separar entidades, servicios y controladores ayuda a escalar el código.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Flyway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mantener la integridad del esquema de base de datos a lo largo del tiempo y entre entornos.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Ambos son herramientas fundamentales en entornos profesionales de desarrollo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E875E58-84DC-95F9-08E6-A5F988DC9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91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bujo de un edificio&#10;&#10;Descripción generada automáticamente con confianza media">
            <a:extLst>
              <a:ext uri="{FF2B5EF4-FFF2-40B4-BE49-F238E27FC236}">
                <a16:creationId xmlns:a16="http://schemas.microsoft.com/office/drawing/2014/main" id="{BE4B7C96-221C-B138-8B47-615D7CD1F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"/>
            <a:ext cx="12192000" cy="6857798"/>
          </a:xfrm>
          <a:prstGeom prst="rect">
            <a:avLst/>
          </a:prstGeom>
        </p:spPr>
      </p:pic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2F91322C-AD18-2ADD-D9D7-BCA2ED8FD0D3}"/>
              </a:ext>
            </a:extLst>
          </p:cNvPr>
          <p:cNvSpPr txBox="1"/>
          <p:nvPr/>
        </p:nvSpPr>
        <p:spPr>
          <a:xfrm>
            <a:off x="564556" y="2983179"/>
            <a:ext cx="7339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800" b="1" i="0" u="none" strike="noStrike" cap="none">
                <a:solidFill>
                  <a:schemeClr val="bg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  <a:sym typeface="Poppins Black"/>
              </a:rPr>
              <a:t>Gracias</a:t>
            </a:r>
            <a:endParaRPr sz="2800" b="1" i="0" u="none" strike="noStrike" cap="none">
              <a:solidFill>
                <a:schemeClr val="bg1"/>
              </a:solidFill>
              <a:latin typeface="Arimo" panose="020B0604020202020204" pitchFamily="34" charset="0"/>
              <a:ea typeface="Arimo" panose="020B0604020202020204" pitchFamily="34" charset="0"/>
              <a:cs typeface="Arimo" panose="020B0604020202020204" pitchFamily="34" charset="0"/>
              <a:sym typeface="Poppins Black"/>
            </a:endParaRPr>
          </a:p>
        </p:txBody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599833C9-CA73-A185-953C-D53FC7B06978}"/>
              </a:ext>
            </a:extLst>
          </p:cNvPr>
          <p:cNvSpPr txBox="1"/>
          <p:nvPr/>
        </p:nvSpPr>
        <p:spPr>
          <a:xfrm>
            <a:off x="8216194" y="6057811"/>
            <a:ext cx="397580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579B4DB-2FD0-5014-8A80-1223B40B2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84" y="6180045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54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2811D3C055DD24F944019C864A233D0" ma:contentTypeVersion="5" ma:contentTypeDescription="Ein neues Dokument erstellen." ma:contentTypeScope="" ma:versionID="876d32c74bafcd418311d4278668c3d5">
  <xsd:schema xmlns:xsd="http://www.w3.org/2001/XMLSchema" xmlns:xs="http://www.w3.org/2001/XMLSchema" xmlns:p="http://schemas.microsoft.com/office/2006/metadata/properties" xmlns:ns2="2e704ae5-44aa-4cec-b437-827226eef5c5" xmlns:ns3="124484a3-ee49-45cc-b287-475827deb13c" targetNamespace="http://schemas.microsoft.com/office/2006/metadata/properties" ma:root="true" ma:fieldsID="59eb0e1693f1eb18827ed01b04cd879d" ns2:_="" ns3:_="">
    <xsd:import namespace="2e704ae5-44aa-4cec-b437-827226eef5c5"/>
    <xsd:import namespace="124484a3-ee49-45cc-b287-475827deb1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704ae5-44aa-4cec-b437-827226eef5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4484a3-ee49-45cc-b287-475827deb13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3774A0-AF43-4E96-95A4-AE6F708ADE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B5DDF-37FE-49C8-810E-B9D4FBDDA7FC}">
  <ds:schemaRefs>
    <ds:schemaRef ds:uri="http://schemas.microsoft.com/office/2006/documentManagement/types"/>
    <ds:schemaRef ds:uri="http://purl.org/dc/elements/1.1/"/>
    <ds:schemaRef ds:uri="2e704ae5-44aa-4cec-b437-827226eef5c5"/>
    <ds:schemaRef ds:uri="124484a3-ee49-45cc-b287-475827deb13c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F2C7D48-A7DE-493D-A542-38621520EE67}">
  <ds:schemaRefs>
    <ds:schemaRef ds:uri="124484a3-ee49-45cc-b287-475827deb13c"/>
    <ds:schemaRef ds:uri="2e704ae5-44aa-4cec-b437-827226eef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2464</Words>
  <Application>Microsoft Office PowerPoint</Application>
  <PresentationFormat>Panorámica</PresentationFormat>
  <Paragraphs>459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40" baseType="lpstr">
      <vt:lpstr>Aptos</vt:lpstr>
      <vt:lpstr>Arial</vt:lpstr>
      <vt:lpstr>Arial Unicode MS</vt:lpstr>
      <vt:lpstr>Arimo</vt:lpstr>
      <vt:lpstr>Calibri</vt:lpstr>
      <vt:lpstr>Calibri Light</vt:lpstr>
      <vt:lpstr>Poppins</vt:lpstr>
      <vt:lpstr>Segoe UI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diseño</dc:creator>
  <cp:lastModifiedBy>Antonio Ramirez Marti</cp:lastModifiedBy>
  <cp:revision>103</cp:revision>
  <dcterms:created xsi:type="dcterms:W3CDTF">2023-10-20T07:26:56Z</dcterms:created>
  <dcterms:modified xsi:type="dcterms:W3CDTF">2026-04-09T10:51:41Z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0x01010002811D3C055DD24F944019C864A233D0</vt:lpwstr>
  </property>
</Properties>
</file>