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87" r:id="rId6"/>
    <p:sldId id="288" r:id="rId7"/>
    <p:sldId id="289" r:id="rId8"/>
    <p:sldId id="290" r:id="rId9"/>
    <p:sldId id="292" r:id="rId10"/>
    <p:sldId id="293" r:id="rId11"/>
    <p:sldId id="294" r:id="rId12"/>
    <p:sldId id="296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258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31358-1E8D-4F78-A5CB-B64F23C5748D}" v="24" dt="2026-04-09T10:47:26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Ramirez Marti" userId="0102fad7-d125-4eeb-8e63-7edb92b861f2" providerId="ADAL" clId="{2EF48AC7-E7B5-4980-B8A2-E3748851B2B8}"/>
    <pc:docChg chg="custSel modSld">
      <pc:chgData name="Antonio Ramirez Marti" userId="0102fad7-d125-4eeb-8e63-7edb92b861f2" providerId="ADAL" clId="{2EF48AC7-E7B5-4980-B8A2-E3748851B2B8}" dt="2026-04-09T10:47:26.871" v="79"/>
      <pc:docMkLst>
        <pc:docMk/>
      </pc:docMkLst>
      <pc:sldChg chg="addSp delSp modSp mod">
        <pc:chgData name="Antonio Ramirez Marti" userId="0102fad7-d125-4eeb-8e63-7edb92b861f2" providerId="ADAL" clId="{2EF48AC7-E7B5-4980-B8A2-E3748851B2B8}" dt="2026-04-09T10:46:05.993" v="35" actId="1076"/>
        <pc:sldMkLst>
          <pc:docMk/>
          <pc:sldMk cId="3836761783" sldId="256"/>
        </pc:sldMkLst>
        <pc:spChg chg="mod">
          <ac:chgData name="Antonio Ramirez Marti" userId="0102fad7-d125-4eeb-8e63-7edb92b861f2" providerId="ADAL" clId="{2EF48AC7-E7B5-4980-B8A2-E3748851B2B8}" dt="2026-04-09T10:45:48.104" v="30" actId="20577"/>
          <ac:spMkLst>
            <pc:docMk/>
            <pc:sldMk cId="3836761783" sldId="256"/>
            <ac:spMk id="2" creationId="{8BE0BE4B-3D36-0DC2-92A3-46E46DBE87F1}"/>
          </ac:spMkLst>
        </pc:spChg>
        <pc:graphicFrameChg chg="add mod">
          <ac:chgData name="Antonio Ramirez Marti" userId="0102fad7-d125-4eeb-8e63-7edb92b861f2" providerId="ADAL" clId="{2EF48AC7-E7B5-4980-B8A2-E3748851B2B8}" dt="2026-04-09T10:45:53.957" v="33"/>
          <ac:graphicFrameMkLst>
            <pc:docMk/>
            <pc:sldMk cId="3836761783" sldId="256"/>
            <ac:graphicFrameMk id="3" creationId="{8AB66F14-4105-33A0-EC5E-F97B8C4909A9}"/>
          </ac:graphicFrameMkLst>
        </pc:graphicFrameChg>
        <pc:picChg chg="add mod">
          <ac:chgData name="Antonio Ramirez Marti" userId="0102fad7-d125-4eeb-8e63-7edb92b861f2" providerId="ADAL" clId="{2EF48AC7-E7B5-4980-B8A2-E3748851B2B8}" dt="2026-04-09T10:46:05.993" v="35" actId="1076"/>
          <ac:picMkLst>
            <pc:docMk/>
            <pc:sldMk cId="3836761783" sldId="256"/>
            <ac:picMk id="6" creationId="{239A7EF0-CCAE-5F67-EE13-1C9409755076}"/>
          </ac:picMkLst>
        </pc:picChg>
        <pc:picChg chg="del">
          <ac:chgData name="Antonio Ramirez Marti" userId="0102fad7-d125-4eeb-8e63-7edb92b861f2" providerId="ADAL" clId="{2EF48AC7-E7B5-4980-B8A2-E3748851B2B8}" dt="2026-04-09T10:45:50.254" v="31" actId="478"/>
          <ac:picMkLst>
            <pc:docMk/>
            <pc:sldMk cId="3836761783" sldId="256"/>
            <ac:picMk id="9" creationId="{68763DD3-FCF4-F266-2C90-CF2BB7B2A1AA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26.871" v="79"/>
        <pc:sldMkLst>
          <pc:docMk/>
          <pc:sldMk cId="498354781" sldId="258"/>
        </pc:sldMkLst>
        <pc:picChg chg="add mod">
          <ac:chgData name="Antonio Ramirez Marti" userId="0102fad7-d125-4eeb-8e63-7edb92b861f2" providerId="ADAL" clId="{2EF48AC7-E7B5-4980-B8A2-E3748851B2B8}" dt="2026-04-09T10:47:26.871" v="79"/>
          <ac:picMkLst>
            <pc:docMk/>
            <pc:sldMk cId="498354781" sldId="258"/>
            <ac:picMk id="2" creationId="{8226692A-4929-CCCE-7822-E814E32E610D}"/>
          </ac:picMkLst>
        </pc:picChg>
        <pc:picChg chg="del">
          <ac:chgData name="Antonio Ramirez Marti" userId="0102fad7-d125-4eeb-8e63-7edb92b861f2" providerId="ADAL" clId="{2EF48AC7-E7B5-4980-B8A2-E3748851B2B8}" dt="2026-04-09T10:47:25.980" v="78" actId="478"/>
          <ac:picMkLst>
            <pc:docMk/>
            <pc:sldMk cId="498354781" sldId="258"/>
            <ac:picMk id="3" creationId="{BB8F2406-F6E7-450E-1FD1-4A4D9B2029EE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11.116" v="37"/>
        <pc:sldMkLst>
          <pc:docMk/>
          <pc:sldMk cId="1873483719" sldId="287"/>
        </pc:sldMkLst>
        <pc:picChg chg="del">
          <ac:chgData name="Antonio Ramirez Marti" userId="0102fad7-d125-4eeb-8e63-7edb92b861f2" providerId="ADAL" clId="{2EF48AC7-E7B5-4980-B8A2-E3748851B2B8}" dt="2026-04-09T10:46:10.787" v="36" actId="478"/>
          <ac:picMkLst>
            <pc:docMk/>
            <pc:sldMk cId="1873483719" sldId="287"/>
            <ac:picMk id="3" creationId="{91F15444-532B-A9B4-4F02-EDA8B324C499}"/>
          </ac:picMkLst>
        </pc:picChg>
        <pc:picChg chg="add mod">
          <ac:chgData name="Antonio Ramirez Marti" userId="0102fad7-d125-4eeb-8e63-7edb92b861f2" providerId="ADAL" clId="{2EF48AC7-E7B5-4980-B8A2-E3748851B2B8}" dt="2026-04-09T10:46:11.116" v="37"/>
          <ac:picMkLst>
            <pc:docMk/>
            <pc:sldMk cId="1873483719" sldId="287"/>
            <ac:picMk id="7" creationId="{E094344D-37A3-7219-E486-D28812F3CD67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13.989" v="39"/>
        <pc:sldMkLst>
          <pc:docMk/>
          <pc:sldMk cId="204793772" sldId="288"/>
        </pc:sldMkLst>
        <pc:picChg chg="del">
          <ac:chgData name="Antonio Ramirez Marti" userId="0102fad7-d125-4eeb-8e63-7edb92b861f2" providerId="ADAL" clId="{2EF48AC7-E7B5-4980-B8A2-E3748851B2B8}" dt="2026-04-09T10:46:13.715" v="38" actId="478"/>
          <ac:picMkLst>
            <pc:docMk/>
            <pc:sldMk cId="204793772" sldId="288"/>
            <ac:picMk id="3" creationId="{059777AF-A43D-D1B5-A127-1D0D52DFDB5C}"/>
          </ac:picMkLst>
        </pc:picChg>
        <pc:picChg chg="add mod">
          <ac:chgData name="Antonio Ramirez Marti" userId="0102fad7-d125-4eeb-8e63-7edb92b861f2" providerId="ADAL" clId="{2EF48AC7-E7B5-4980-B8A2-E3748851B2B8}" dt="2026-04-09T10:46:13.989" v="39"/>
          <ac:picMkLst>
            <pc:docMk/>
            <pc:sldMk cId="204793772" sldId="288"/>
            <ac:picMk id="7" creationId="{A94E3344-0CFA-CA53-36C7-C2EB678377B3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16.709" v="41"/>
        <pc:sldMkLst>
          <pc:docMk/>
          <pc:sldMk cId="1202275074" sldId="289"/>
        </pc:sldMkLst>
        <pc:picChg chg="del">
          <ac:chgData name="Antonio Ramirez Marti" userId="0102fad7-d125-4eeb-8e63-7edb92b861f2" providerId="ADAL" clId="{2EF48AC7-E7B5-4980-B8A2-E3748851B2B8}" dt="2026-04-09T10:46:16.514" v="40" actId="478"/>
          <ac:picMkLst>
            <pc:docMk/>
            <pc:sldMk cId="1202275074" sldId="289"/>
            <ac:picMk id="3" creationId="{C2050586-980E-477D-EDF4-B2C921180FE5}"/>
          </ac:picMkLst>
        </pc:picChg>
        <pc:picChg chg="add mod">
          <ac:chgData name="Antonio Ramirez Marti" userId="0102fad7-d125-4eeb-8e63-7edb92b861f2" providerId="ADAL" clId="{2EF48AC7-E7B5-4980-B8A2-E3748851B2B8}" dt="2026-04-09T10:46:16.709" v="41"/>
          <ac:picMkLst>
            <pc:docMk/>
            <pc:sldMk cId="1202275074" sldId="289"/>
            <ac:picMk id="4" creationId="{4F848A46-3C76-0649-A724-8B2EFE0D2C7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19.883" v="43"/>
        <pc:sldMkLst>
          <pc:docMk/>
          <pc:sldMk cId="839494837" sldId="290"/>
        </pc:sldMkLst>
        <pc:picChg chg="del">
          <ac:chgData name="Antonio Ramirez Marti" userId="0102fad7-d125-4eeb-8e63-7edb92b861f2" providerId="ADAL" clId="{2EF48AC7-E7B5-4980-B8A2-E3748851B2B8}" dt="2026-04-09T10:46:19.630" v="42" actId="478"/>
          <ac:picMkLst>
            <pc:docMk/>
            <pc:sldMk cId="839494837" sldId="290"/>
            <ac:picMk id="3" creationId="{E570E9E5-35E5-08E1-3509-5D8EBE6808BE}"/>
          </ac:picMkLst>
        </pc:picChg>
        <pc:picChg chg="add mod">
          <ac:chgData name="Antonio Ramirez Marti" userId="0102fad7-d125-4eeb-8e63-7edb92b861f2" providerId="ADAL" clId="{2EF48AC7-E7B5-4980-B8A2-E3748851B2B8}" dt="2026-04-09T10:46:19.883" v="43"/>
          <ac:picMkLst>
            <pc:docMk/>
            <pc:sldMk cId="839494837" sldId="290"/>
            <ac:picMk id="7" creationId="{5FF38681-E467-6852-A6AC-9E85C00A72A4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24.541" v="45"/>
        <pc:sldMkLst>
          <pc:docMk/>
          <pc:sldMk cId="3286556999" sldId="292"/>
        </pc:sldMkLst>
        <pc:picChg chg="del">
          <ac:chgData name="Antonio Ramirez Marti" userId="0102fad7-d125-4eeb-8e63-7edb92b861f2" providerId="ADAL" clId="{2EF48AC7-E7B5-4980-B8A2-E3748851B2B8}" dt="2026-04-09T10:46:24.310" v="44" actId="478"/>
          <ac:picMkLst>
            <pc:docMk/>
            <pc:sldMk cId="3286556999" sldId="292"/>
            <ac:picMk id="3" creationId="{FBD13B7B-2ADD-5EEB-E2D0-AD6BEF1A0526}"/>
          </ac:picMkLst>
        </pc:picChg>
        <pc:picChg chg="add mod">
          <ac:chgData name="Antonio Ramirez Marti" userId="0102fad7-d125-4eeb-8e63-7edb92b861f2" providerId="ADAL" clId="{2EF48AC7-E7B5-4980-B8A2-E3748851B2B8}" dt="2026-04-09T10:46:24.541" v="45"/>
          <ac:picMkLst>
            <pc:docMk/>
            <pc:sldMk cId="3286556999" sldId="292"/>
            <ac:picMk id="7" creationId="{3CA64D32-609A-5E7A-A842-7EDA15F53A42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28.141" v="47"/>
        <pc:sldMkLst>
          <pc:docMk/>
          <pc:sldMk cId="2739423301" sldId="293"/>
        </pc:sldMkLst>
        <pc:picChg chg="del">
          <ac:chgData name="Antonio Ramirez Marti" userId="0102fad7-d125-4eeb-8e63-7edb92b861f2" providerId="ADAL" clId="{2EF48AC7-E7B5-4980-B8A2-E3748851B2B8}" dt="2026-04-09T10:46:27.943" v="46" actId="478"/>
          <ac:picMkLst>
            <pc:docMk/>
            <pc:sldMk cId="2739423301" sldId="293"/>
            <ac:picMk id="3" creationId="{14C33957-A565-D53F-FF05-6B6674D09761}"/>
          </ac:picMkLst>
        </pc:picChg>
        <pc:picChg chg="add mod">
          <ac:chgData name="Antonio Ramirez Marti" userId="0102fad7-d125-4eeb-8e63-7edb92b861f2" providerId="ADAL" clId="{2EF48AC7-E7B5-4980-B8A2-E3748851B2B8}" dt="2026-04-09T10:46:28.141" v="47"/>
          <ac:picMkLst>
            <pc:docMk/>
            <pc:sldMk cId="2739423301" sldId="293"/>
            <ac:picMk id="4" creationId="{232F0688-33CC-378E-261E-03EAE83C14B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32.639" v="49"/>
        <pc:sldMkLst>
          <pc:docMk/>
          <pc:sldMk cId="366605584" sldId="294"/>
        </pc:sldMkLst>
        <pc:picChg chg="del">
          <ac:chgData name="Antonio Ramirez Marti" userId="0102fad7-d125-4eeb-8e63-7edb92b861f2" providerId="ADAL" clId="{2EF48AC7-E7B5-4980-B8A2-E3748851B2B8}" dt="2026-04-09T10:46:32.425" v="48" actId="478"/>
          <ac:picMkLst>
            <pc:docMk/>
            <pc:sldMk cId="366605584" sldId="294"/>
            <ac:picMk id="3" creationId="{21BFD208-948C-6564-B367-51F5ABF06B3C}"/>
          </ac:picMkLst>
        </pc:picChg>
        <pc:picChg chg="add mod">
          <ac:chgData name="Antonio Ramirez Marti" userId="0102fad7-d125-4eeb-8e63-7edb92b861f2" providerId="ADAL" clId="{2EF48AC7-E7B5-4980-B8A2-E3748851B2B8}" dt="2026-04-09T10:46:32.639" v="49"/>
          <ac:picMkLst>
            <pc:docMk/>
            <pc:sldMk cId="366605584" sldId="294"/>
            <ac:picMk id="4" creationId="{2240AE2C-D294-BC3C-CEDF-AA77A70EB8F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35.468" v="51"/>
        <pc:sldMkLst>
          <pc:docMk/>
          <pc:sldMk cId="2199378982" sldId="296"/>
        </pc:sldMkLst>
        <pc:picChg chg="del">
          <ac:chgData name="Antonio Ramirez Marti" userId="0102fad7-d125-4eeb-8e63-7edb92b861f2" providerId="ADAL" clId="{2EF48AC7-E7B5-4980-B8A2-E3748851B2B8}" dt="2026-04-09T10:46:35.258" v="50" actId="478"/>
          <ac:picMkLst>
            <pc:docMk/>
            <pc:sldMk cId="2199378982" sldId="296"/>
            <ac:picMk id="3" creationId="{61065B2E-869C-F7FC-7640-FB8A44FFE026}"/>
          </ac:picMkLst>
        </pc:picChg>
        <pc:picChg chg="add mod">
          <ac:chgData name="Antonio Ramirez Marti" userId="0102fad7-d125-4eeb-8e63-7edb92b861f2" providerId="ADAL" clId="{2EF48AC7-E7B5-4980-B8A2-E3748851B2B8}" dt="2026-04-09T10:46:35.468" v="51"/>
          <ac:picMkLst>
            <pc:docMk/>
            <pc:sldMk cId="2199378982" sldId="296"/>
            <ac:picMk id="8" creationId="{21740A7F-5525-3452-CC2D-2193FB71EFF4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38.881" v="53"/>
        <pc:sldMkLst>
          <pc:docMk/>
          <pc:sldMk cId="3527019241" sldId="298"/>
        </pc:sldMkLst>
        <pc:picChg chg="del">
          <ac:chgData name="Antonio Ramirez Marti" userId="0102fad7-d125-4eeb-8e63-7edb92b861f2" providerId="ADAL" clId="{2EF48AC7-E7B5-4980-B8A2-E3748851B2B8}" dt="2026-04-09T10:46:38.641" v="52" actId="478"/>
          <ac:picMkLst>
            <pc:docMk/>
            <pc:sldMk cId="3527019241" sldId="298"/>
            <ac:picMk id="3" creationId="{1B0CC0ED-953D-7B5A-8C4B-94CAC545D24A}"/>
          </ac:picMkLst>
        </pc:picChg>
        <pc:picChg chg="add mod">
          <ac:chgData name="Antonio Ramirez Marti" userId="0102fad7-d125-4eeb-8e63-7edb92b861f2" providerId="ADAL" clId="{2EF48AC7-E7B5-4980-B8A2-E3748851B2B8}" dt="2026-04-09T10:46:38.881" v="53"/>
          <ac:picMkLst>
            <pc:docMk/>
            <pc:sldMk cId="3527019241" sldId="298"/>
            <ac:picMk id="8" creationId="{7E37DB00-89F8-AD67-576F-183A5E8DDD35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41.999" v="55"/>
        <pc:sldMkLst>
          <pc:docMk/>
          <pc:sldMk cId="3802680527" sldId="299"/>
        </pc:sldMkLst>
        <pc:picChg chg="del">
          <ac:chgData name="Antonio Ramirez Marti" userId="0102fad7-d125-4eeb-8e63-7edb92b861f2" providerId="ADAL" clId="{2EF48AC7-E7B5-4980-B8A2-E3748851B2B8}" dt="2026-04-09T10:46:41.793" v="54" actId="478"/>
          <ac:picMkLst>
            <pc:docMk/>
            <pc:sldMk cId="3802680527" sldId="299"/>
            <ac:picMk id="3" creationId="{2290F3BE-470E-B7DC-501C-6543FF909BC9}"/>
          </ac:picMkLst>
        </pc:picChg>
        <pc:picChg chg="add mod">
          <ac:chgData name="Antonio Ramirez Marti" userId="0102fad7-d125-4eeb-8e63-7edb92b861f2" providerId="ADAL" clId="{2EF48AC7-E7B5-4980-B8A2-E3748851B2B8}" dt="2026-04-09T10:46:41.999" v="55"/>
          <ac:picMkLst>
            <pc:docMk/>
            <pc:sldMk cId="3802680527" sldId="299"/>
            <ac:picMk id="8" creationId="{08E27E3E-1049-2E9E-0D50-962D568BF031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44.822" v="57"/>
        <pc:sldMkLst>
          <pc:docMk/>
          <pc:sldMk cId="3225776517" sldId="300"/>
        </pc:sldMkLst>
        <pc:picChg chg="del">
          <ac:chgData name="Antonio Ramirez Marti" userId="0102fad7-d125-4eeb-8e63-7edb92b861f2" providerId="ADAL" clId="{2EF48AC7-E7B5-4980-B8A2-E3748851B2B8}" dt="2026-04-09T10:46:44.563" v="56" actId="478"/>
          <ac:picMkLst>
            <pc:docMk/>
            <pc:sldMk cId="3225776517" sldId="300"/>
            <ac:picMk id="3" creationId="{B5B5CDA9-9B28-D782-717C-F6A4D2A29B76}"/>
          </ac:picMkLst>
        </pc:picChg>
        <pc:picChg chg="add mod">
          <ac:chgData name="Antonio Ramirez Marti" userId="0102fad7-d125-4eeb-8e63-7edb92b861f2" providerId="ADAL" clId="{2EF48AC7-E7B5-4980-B8A2-E3748851B2B8}" dt="2026-04-09T10:46:44.822" v="57"/>
          <ac:picMkLst>
            <pc:docMk/>
            <pc:sldMk cId="3225776517" sldId="300"/>
            <ac:picMk id="8" creationId="{AB56463B-E978-9765-73A9-BC1530A92B1B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49.048" v="59"/>
        <pc:sldMkLst>
          <pc:docMk/>
          <pc:sldMk cId="1315321653" sldId="301"/>
        </pc:sldMkLst>
        <pc:picChg chg="del">
          <ac:chgData name="Antonio Ramirez Marti" userId="0102fad7-d125-4eeb-8e63-7edb92b861f2" providerId="ADAL" clId="{2EF48AC7-E7B5-4980-B8A2-E3748851B2B8}" dt="2026-04-09T10:46:48.800" v="58" actId="478"/>
          <ac:picMkLst>
            <pc:docMk/>
            <pc:sldMk cId="1315321653" sldId="301"/>
            <ac:picMk id="3" creationId="{720CDBC0-453C-CC68-BF7A-BFE318D04BEB}"/>
          </ac:picMkLst>
        </pc:picChg>
        <pc:picChg chg="add mod">
          <ac:chgData name="Antonio Ramirez Marti" userId="0102fad7-d125-4eeb-8e63-7edb92b861f2" providerId="ADAL" clId="{2EF48AC7-E7B5-4980-B8A2-E3748851B2B8}" dt="2026-04-09T10:46:49.048" v="59"/>
          <ac:picMkLst>
            <pc:docMk/>
            <pc:sldMk cId="1315321653" sldId="301"/>
            <ac:picMk id="8" creationId="{687631DE-EE05-5149-2706-8B43B3E5022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53.286" v="61"/>
        <pc:sldMkLst>
          <pc:docMk/>
          <pc:sldMk cId="2398010842" sldId="302"/>
        </pc:sldMkLst>
        <pc:picChg chg="del">
          <ac:chgData name="Antonio Ramirez Marti" userId="0102fad7-d125-4eeb-8e63-7edb92b861f2" providerId="ADAL" clId="{2EF48AC7-E7B5-4980-B8A2-E3748851B2B8}" dt="2026-04-09T10:46:52.979" v="60" actId="478"/>
          <ac:picMkLst>
            <pc:docMk/>
            <pc:sldMk cId="2398010842" sldId="302"/>
            <ac:picMk id="3" creationId="{DAEB4810-0370-6C54-C375-5206AD0DBD12}"/>
          </ac:picMkLst>
        </pc:picChg>
        <pc:picChg chg="add mod">
          <ac:chgData name="Antonio Ramirez Marti" userId="0102fad7-d125-4eeb-8e63-7edb92b861f2" providerId="ADAL" clId="{2EF48AC7-E7B5-4980-B8A2-E3748851B2B8}" dt="2026-04-09T10:46:53.286" v="61"/>
          <ac:picMkLst>
            <pc:docMk/>
            <pc:sldMk cId="2398010842" sldId="302"/>
            <ac:picMk id="8" creationId="{5F209FD3-6F3C-0C4F-C39A-2224B683D4FB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56.681" v="63"/>
        <pc:sldMkLst>
          <pc:docMk/>
          <pc:sldMk cId="1675114898" sldId="303"/>
        </pc:sldMkLst>
        <pc:picChg chg="del">
          <ac:chgData name="Antonio Ramirez Marti" userId="0102fad7-d125-4eeb-8e63-7edb92b861f2" providerId="ADAL" clId="{2EF48AC7-E7B5-4980-B8A2-E3748851B2B8}" dt="2026-04-09T10:46:56.421" v="62" actId="478"/>
          <ac:picMkLst>
            <pc:docMk/>
            <pc:sldMk cId="1675114898" sldId="303"/>
            <ac:picMk id="3" creationId="{6B3D3365-C317-CC58-3CEA-50B4F3B9A088}"/>
          </ac:picMkLst>
        </pc:picChg>
        <pc:picChg chg="add mod">
          <ac:chgData name="Antonio Ramirez Marti" userId="0102fad7-d125-4eeb-8e63-7edb92b861f2" providerId="ADAL" clId="{2EF48AC7-E7B5-4980-B8A2-E3748851B2B8}" dt="2026-04-09T10:46:56.681" v="63"/>
          <ac:picMkLst>
            <pc:docMk/>
            <pc:sldMk cId="1675114898" sldId="303"/>
            <ac:picMk id="8" creationId="{4BBC6792-FCBF-279B-5F65-83DBC329B9B5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6:59.992" v="65"/>
        <pc:sldMkLst>
          <pc:docMk/>
          <pc:sldMk cId="177845434" sldId="304"/>
        </pc:sldMkLst>
        <pc:picChg chg="del">
          <ac:chgData name="Antonio Ramirez Marti" userId="0102fad7-d125-4eeb-8e63-7edb92b861f2" providerId="ADAL" clId="{2EF48AC7-E7B5-4980-B8A2-E3748851B2B8}" dt="2026-04-09T10:46:59.744" v="64" actId="478"/>
          <ac:picMkLst>
            <pc:docMk/>
            <pc:sldMk cId="177845434" sldId="304"/>
            <ac:picMk id="3" creationId="{2063535B-99AD-B275-D22B-C9AF33B73960}"/>
          </ac:picMkLst>
        </pc:picChg>
        <pc:picChg chg="add mod">
          <ac:chgData name="Antonio Ramirez Marti" userId="0102fad7-d125-4eeb-8e63-7edb92b861f2" providerId="ADAL" clId="{2EF48AC7-E7B5-4980-B8A2-E3748851B2B8}" dt="2026-04-09T10:46:59.992" v="65"/>
          <ac:picMkLst>
            <pc:docMk/>
            <pc:sldMk cId="177845434" sldId="304"/>
            <ac:picMk id="8" creationId="{23C91AFF-85A9-7F38-A384-47A59802FE91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03.415" v="67"/>
        <pc:sldMkLst>
          <pc:docMk/>
          <pc:sldMk cId="2970366930" sldId="305"/>
        </pc:sldMkLst>
        <pc:picChg chg="del">
          <ac:chgData name="Antonio Ramirez Marti" userId="0102fad7-d125-4eeb-8e63-7edb92b861f2" providerId="ADAL" clId="{2EF48AC7-E7B5-4980-B8A2-E3748851B2B8}" dt="2026-04-09T10:47:03.178" v="66" actId="478"/>
          <ac:picMkLst>
            <pc:docMk/>
            <pc:sldMk cId="2970366930" sldId="305"/>
            <ac:picMk id="3" creationId="{18AFFE0C-0B35-3A23-205F-23435802FBE2}"/>
          </ac:picMkLst>
        </pc:picChg>
        <pc:picChg chg="add mod">
          <ac:chgData name="Antonio Ramirez Marti" userId="0102fad7-d125-4eeb-8e63-7edb92b861f2" providerId="ADAL" clId="{2EF48AC7-E7B5-4980-B8A2-E3748851B2B8}" dt="2026-04-09T10:47:03.415" v="67"/>
          <ac:picMkLst>
            <pc:docMk/>
            <pc:sldMk cId="2970366930" sldId="305"/>
            <ac:picMk id="8" creationId="{C94BA92D-F02D-9797-26C0-0A0288F32B2A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06.441" v="69"/>
        <pc:sldMkLst>
          <pc:docMk/>
          <pc:sldMk cId="1941343874" sldId="306"/>
        </pc:sldMkLst>
        <pc:picChg chg="del">
          <ac:chgData name="Antonio Ramirez Marti" userId="0102fad7-d125-4eeb-8e63-7edb92b861f2" providerId="ADAL" clId="{2EF48AC7-E7B5-4980-B8A2-E3748851B2B8}" dt="2026-04-09T10:47:06.191" v="68" actId="478"/>
          <ac:picMkLst>
            <pc:docMk/>
            <pc:sldMk cId="1941343874" sldId="306"/>
            <ac:picMk id="3" creationId="{248CA9C8-BEE5-1826-5A7A-D7BDB31DE9C0}"/>
          </ac:picMkLst>
        </pc:picChg>
        <pc:picChg chg="add mod">
          <ac:chgData name="Antonio Ramirez Marti" userId="0102fad7-d125-4eeb-8e63-7edb92b861f2" providerId="ADAL" clId="{2EF48AC7-E7B5-4980-B8A2-E3748851B2B8}" dt="2026-04-09T10:47:06.441" v="69"/>
          <ac:picMkLst>
            <pc:docMk/>
            <pc:sldMk cId="1941343874" sldId="306"/>
            <ac:picMk id="8" creationId="{2D771EDA-CA65-188B-7DBB-5E55B0121AB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09.921" v="71"/>
        <pc:sldMkLst>
          <pc:docMk/>
          <pc:sldMk cId="765977792" sldId="307"/>
        </pc:sldMkLst>
        <pc:picChg chg="del">
          <ac:chgData name="Antonio Ramirez Marti" userId="0102fad7-d125-4eeb-8e63-7edb92b861f2" providerId="ADAL" clId="{2EF48AC7-E7B5-4980-B8A2-E3748851B2B8}" dt="2026-04-09T10:47:09.707" v="70" actId="478"/>
          <ac:picMkLst>
            <pc:docMk/>
            <pc:sldMk cId="765977792" sldId="307"/>
            <ac:picMk id="3" creationId="{B0F4DA36-6EA1-3677-48BF-D085DA096180}"/>
          </ac:picMkLst>
        </pc:picChg>
        <pc:picChg chg="add mod">
          <ac:chgData name="Antonio Ramirez Marti" userId="0102fad7-d125-4eeb-8e63-7edb92b861f2" providerId="ADAL" clId="{2EF48AC7-E7B5-4980-B8A2-E3748851B2B8}" dt="2026-04-09T10:47:09.921" v="71"/>
          <ac:picMkLst>
            <pc:docMk/>
            <pc:sldMk cId="765977792" sldId="307"/>
            <ac:picMk id="8" creationId="{5A4D490E-42CB-8BF8-8F57-A038A4D40618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12.949" v="73"/>
        <pc:sldMkLst>
          <pc:docMk/>
          <pc:sldMk cId="2065301473" sldId="308"/>
        </pc:sldMkLst>
        <pc:picChg chg="del">
          <ac:chgData name="Antonio Ramirez Marti" userId="0102fad7-d125-4eeb-8e63-7edb92b861f2" providerId="ADAL" clId="{2EF48AC7-E7B5-4980-B8A2-E3748851B2B8}" dt="2026-04-09T10:47:12.710" v="72" actId="478"/>
          <ac:picMkLst>
            <pc:docMk/>
            <pc:sldMk cId="2065301473" sldId="308"/>
            <ac:picMk id="3" creationId="{3EB4D882-1B83-170E-E07F-B4B42090988D}"/>
          </ac:picMkLst>
        </pc:picChg>
        <pc:picChg chg="add mod">
          <ac:chgData name="Antonio Ramirez Marti" userId="0102fad7-d125-4eeb-8e63-7edb92b861f2" providerId="ADAL" clId="{2EF48AC7-E7B5-4980-B8A2-E3748851B2B8}" dt="2026-04-09T10:47:12.949" v="73"/>
          <ac:picMkLst>
            <pc:docMk/>
            <pc:sldMk cId="2065301473" sldId="308"/>
            <ac:picMk id="9" creationId="{B127774D-CE44-C619-73A1-57B17E1E02D0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19.241" v="75"/>
        <pc:sldMkLst>
          <pc:docMk/>
          <pc:sldMk cId="3445982801" sldId="309"/>
        </pc:sldMkLst>
        <pc:picChg chg="del">
          <ac:chgData name="Antonio Ramirez Marti" userId="0102fad7-d125-4eeb-8e63-7edb92b861f2" providerId="ADAL" clId="{2EF48AC7-E7B5-4980-B8A2-E3748851B2B8}" dt="2026-04-09T10:47:19.009" v="74" actId="478"/>
          <ac:picMkLst>
            <pc:docMk/>
            <pc:sldMk cId="3445982801" sldId="309"/>
            <ac:picMk id="3" creationId="{8EA58F29-3C57-DA69-4E8D-E2148D5BEC72}"/>
          </ac:picMkLst>
        </pc:picChg>
        <pc:picChg chg="add mod">
          <ac:chgData name="Antonio Ramirez Marti" userId="0102fad7-d125-4eeb-8e63-7edb92b861f2" providerId="ADAL" clId="{2EF48AC7-E7B5-4980-B8A2-E3748851B2B8}" dt="2026-04-09T10:47:19.241" v="75"/>
          <ac:picMkLst>
            <pc:docMk/>
            <pc:sldMk cId="3445982801" sldId="309"/>
            <ac:picMk id="8" creationId="{C802F06F-A0D3-95E9-9140-603746B2888D}"/>
          </ac:picMkLst>
        </pc:picChg>
      </pc:sldChg>
      <pc:sldChg chg="addSp delSp modSp mod">
        <pc:chgData name="Antonio Ramirez Marti" userId="0102fad7-d125-4eeb-8e63-7edb92b861f2" providerId="ADAL" clId="{2EF48AC7-E7B5-4980-B8A2-E3748851B2B8}" dt="2026-04-09T10:47:21.713" v="77"/>
        <pc:sldMkLst>
          <pc:docMk/>
          <pc:sldMk cId="2383991593" sldId="310"/>
        </pc:sldMkLst>
        <pc:picChg chg="del">
          <ac:chgData name="Antonio Ramirez Marti" userId="0102fad7-d125-4eeb-8e63-7edb92b861f2" providerId="ADAL" clId="{2EF48AC7-E7B5-4980-B8A2-E3748851B2B8}" dt="2026-04-09T10:47:21.494" v="76" actId="478"/>
          <ac:picMkLst>
            <pc:docMk/>
            <pc:sldMk cId="2383991593" sldId="310"/>
            <ac:picMk id="3" creationId="{7028F42C-C43A-14D5-1537-40B4D2C887C7}"/>
          </ac:picMkLst>
        </pc:picChg>
        <pc:picChg chg="add mod">
          <ac:chgData name="Antonio Ramirez Marti" userId="0102fad7-d125-4eeb-8e63-7edb92b861f2" providerId="ADAL" clId="{2EF48AC7-E7B5-4980-B8A2-E3748851B2B8}" dt="2026-04-09T10:47:21.713" v="77"/>
          <ac:picMkLst>
            <pc:docMk/>
            <pc:sldMk cId="2383991593" sldId="310"/>
            <ac:picMk id="8" creationId="{35615935-4FCD-D50E-E2B4-A204C35FD3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67AF3-812F-42E6-AECE-074941B90A41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17242-2BCA-4A6E-8067-380FEB24D0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7242-2BCA-4A6E-8067-380FEB24D06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974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7242-2BCA-4A6E-8067-380FEB24D064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900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FA8E-9D1B-6183-507F-2E60F3A4C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CDF87-BDF5-615C-D132-AA35E79B5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DBA52-C70D-7B7D-FB43-D5557D21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B9974-A2F4-385B-9690-5541D0A6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4F864-9094-886E-0B01-3A844D73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006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DB08D-1FCD-A9F6-FCD9-66D9A906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076B01-F2F4-70B3-52B6-DEFEC7352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23A9BD-39CC-1914-87F6-5BC9C83D1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C684B-A9AE-EF91-83BC-448802B4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07B5E8-5A3D-1426-736E-AAA9A3CF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75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FB0F4-3B23-F246-57BF-FFB6C963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0FA31-F50B-06FE-A77F-400BC482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60B35C-7E89-7D42-2BD1-B66E2B16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AA59F-00E4-DB25-51DC-82A22759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2C1CF-DC84-D569-35FD-2FA7B43A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6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3EA71-975A-4EA0-CD2E-6DF0298A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A5407-39CE-B1A1-8EBD-207638341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FF1838-9411-17CF-0AF7-300E217B4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785530-879A-D96F-6664-631B165B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5856D9-C865-BD7A-B1EF-BB27E4E7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8E6365-EB2A-E39A-03DD-7FB765A3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84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EB00A-29E3-FE06-A10B-E1FDD54B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EF98E-87C5-C361-2265-872F02DCF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FB530C-CB1D-7C80-49E8-B6520F11B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230F1F-4A5E-3A0A-7C07-B7BC10AE8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645DFF-4CD5-6DD1-832E-41BECF914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2E207E-4C59-F1C9-620E-0BC6D81D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012E13-F69D-86A9-7B68-BA29AD4F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2CD317-4D35-372B-2892-288457F3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93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B7294-F91F-1571-268B-7EBEA74B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5CEB-58BC-5D70-2371-F977FC13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90A9C9-2F98-256C-6923-3713A0CF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F078A8-BA20-A580-778F-B2B2D469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93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781F9F-CAD4-9F8D-7B1B-99BB579E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37093D-70AD-E4D7-6046-63061784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9B5EB7-E519-7F61-1177-450D6D0B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237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6461D-30F9-A1C6-6A9A-A184E7C6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4E42FF-6321-CF90-58E5-1E6B66200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CB1E64-E44E-9357-1AFA-0A6C8535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3EF82F-2DA2-9EDB-8F7F-45CB7513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0B2882-BD73-8046-77CF-52E31F44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17EFEA-4711-A04E-B99D-BA543ECC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77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0B140-5111-D25A-2DF7-B157C2A3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C5A947-3C54-A415-A164-61C47B6E8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9E3773-BDCE-C089-D7FF-3F1F5715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6DE3C-F826-DA13-6EBE-32A1A970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5F1E4C-89F3-6648-EB33-844C735F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941FCB-5E28-27A5-A405-F1FEF8B5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8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A643A-D25E-015C-7B52-BA87CDEE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4B46DD-08E7-6D8B-E0EE-755BFB3CA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192ABB-6EE0-456C-33C6-B0877C84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2CA8F-457D-E2AD-B599-FCBB58E2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383790-7184-9683-E9D4-9E33170E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4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795948-2876-B024-BCE6-20BE990E9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F61C6D-85AA-4EA3-6221-AB8384044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E83C0B-3911-78FF-8E69-9983593E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96DD7-120D-EDE5-BDE9-F632711A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B6FD0C-A132-6AE1-20AE-C729A48F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46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DF398C-42EB-EE3E-62E1-C76C9765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2ECEE5-8E26-BD24-C159-236697D8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A06775-E8A0-BB6B-0998-F654FD72E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3DCD-B48F-4886-8E0C-715C57B43277}" type="datetimeFigureOut">
              <a:rPr lang="es-ES" smtClean="0"/>
              <a:t>09/04/2026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FDD9D0-0653-2B8D-CBC6-148DB59CD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4A6CF8-455D-AB01-772D-8A8F2E095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6212-CAD8-470F-8C02-D6D7410430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48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torre de un edificio&#10;&#10;Descripción generada automáticamente con confianza media">
            <a:extLst>
              <a:ext uri="{FF2B5EF4-FFF2-40B4-BE49-F238E27FC236}">
                <a16:creationId xmlns:a16="http://schemas.microsoft.com/office/drawing/2014/main" id="{CEBEE4B1-A432-0846-2B2E-FDEF378CD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"/>
            <a:ext cx="12192000" cy="6857798"/>
          </a:xfrm>
          <a:prstGeom prst="rect">
            <a:avLst/>
          </a:prstGeom>
        </p:spPr>
      </p:pic>
      <p:sp>
        <p:nvSpPr>
          <p:cNvPr id="7" name="Google Shape;85;p1">
            <a:extLst>
              <a:ext uri="{FF2B5EF4-FFF2-40B4-BE49-F238E27FC236}">
                <a16:creationId xmlns:a16="http://schemas.microsoft.com/office/drawing/2014/main" id="{745CF8F4-AF00-18EF-7663-F3A52015B94B}"/>
              </a:ext>
            </a:extLst>
          </p:cNvPr>
          <p:cNvSpPr txBox="1"/>
          <p:nvPr/>
        </p:nvSpPr>
        <p:spPr>
          <a:xfrm>
            <a:off x="803095" y="103622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9D667AF1-E375-B060-1FE0-3185805004C7}"/>
              </a:ext>
            </a:extLst>
          </p:cNvPr>
          <p:cNvSpPr txBox="1"/>
          <p:nvPr/>
        </p:nvSpPr>
        <p:spPr>
          <a:xfrm>
            <a:off x="803095" y="2731388"/>
            <a:ext cx="73398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Asignatura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Programación 5 – 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lang="es-ES" sz="2000" b="1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Backend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– Java Spring –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SpringBoot</a:t>
            </a:r>
            <a:endParaRPr lang="es-ES" sz="2000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Frontend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– Angular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  </a:t>
            </a:r>
            <a:r>
              <a:rPr lang="es-ES" sz="2000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Database</a:t>
            </a:r>
            <a:r>
              <a:rPr lang="es-ES" sz="2000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 - MySQL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5311808-EB8E-AE5C-4D8C-C5BBE7A2787E}"/>
              </a:ext>
            </a:extLst>
          </p:cNvPr>
          <p:cNvCxnSpPr/>
          <p:nvPr/>
        </p:nvCxnSpPr>
        <p:spPr>
          <a:xfrm>
            <a:off x="914400" y="1901687"/>
            <a:ext cx="15902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BE0BE4B-3D36-0DC2-92A3-46E46DBE87F1}"/>
              </a:ext>
            </a:extLst>
          </p:cNvPr>
          <p:cNvSpPr txBox="1"/>
          <p:nvPr/>
        </p:nvSpPr>
        <p:spPr>
          <a:xfrm>
            <a:off x="803095" y="4585490"/>
            <a:ext cx="57255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Profesor: </a:t>
            </a: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Antonio Ramírez Marti</a:t>
            </a:r>
            <a:endParaRPr lang="es-E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9A7EF0-CCAE-5F67-EE13-1C9409755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6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F404-56FE-D505-1AF9-D4A4AA33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FD803A3-19BA-D5C0-8085-7433AFAED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2B4510-8566-11E8-F6AD-49E471F2F461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CD2686B4-99CF-EAA7-0B0F-74F2393591F7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D2DC156C-8960-2841-1213-E21663B4C518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0F76856-6FF8-4598-2B13-3A55EA96B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68" y="22837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411206-3EFA-B5F8-C234-2AA9EC58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5" y="745998"/>
            <a:ext cx="1139767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2: Inyección de dependencias y arquitectura por capas en Spring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Duración: 4 horas (30 diapositivas)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Objetivos: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Entender el principio de Inversión de Control (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Conocer el mecanismo de Inyección de Dependencias (DI) en Spring.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 anotaciones clave: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@Service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@Repository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@Autowired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 el código en capas: controlador, servicio, repositorio.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Escribir una app simple con esta arquitectura.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94344D-37A3-7219-E486-D28812F3C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8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E81B-A7E4-13C5-E554-F6B18F77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8D9F53-FCD3-785B-F93C-C5F3CFB16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F9629A-06BE-11ED-D885-93D0B3403C4C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E1F7EFD4-6A03-F811-94D5-AAF0EF4C95FD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5ADDEE87-DCA9-36B5-ADF3-C4C29C60700E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61B4EAC-7BCD-9F8C-9F20-6BF8F7DDA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05" y="2735977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736777-F198-767F-3F4F-8CE805DDE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8" y="432659"/>
            <a:ext cx="1099705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es la Inversión de Control (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Patrón de diseño que transfiere la responsabilidad de instanciar dependencias a un contenedor externo.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lugar de "crear" manualmente un objeto, lo "inyectamos" desde fuera.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tradicional: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IUserService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@Autowired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IUserService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4E3344-0CFA-CA53-36C7-C2EB67837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F9D0-ECA1-CD2B-2E88-12BAB4F4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75F06F-15C6-BAF0-2761-BE96BAEE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3F4FCB-697C-1D3B-6F60-8D39B0D64A3D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5C985BD5-00E3-E4AF-9766-6BE376F7A85E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69A124F-73FE-2357-1FFF-3064C8A95BB7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422E3C8-DABC-3ECE-1092-6EAC5B74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71" y="1039036"/>
            <a:ext cx="771602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ES" sz="2400" b="1" dirty="0"/>
              <a:t>Ventajas del </a:t>
            </a:r>
            <a:r>
              <a:rPr lang="es-ES" sz="2400" b="1" dirty="0" err="1"/>
              <a:t>IoC</a:t>
            </a: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Menor acoplamiento entre clases.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Mayor facilidad para hacer pruebas (</a:t>
            </a:r>
            <a:r>
              <a:rPr lang="es-ES" sz="2400" dirty="0" err="1"/>
              <a:t>mockeo</a:t>
            </a:r>
            <a:r>
              <a:rPr lang="es-ES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Configuración centralizada.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Facilita la extensión y el mantenimiento.</a:t>
            </a:r>
          </a:p>
          <a:p>
            <a:r>
              <a:rPr lang="es-ES" sz="2400" dirty="0"/>
              <a:t>✔ Te permite enfocarte en la lógica, no en la infraestructura.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848A46-3C76-0649-A724-8B2EFE0D2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D27F-5B9B-C1B3-048E-D8ED0D17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7D75259-22C9-9479-9ECC-CC62A2DCB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392B60-128E-8CA0-3FEC-B3BB9B638290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67B3E7F8-17D3-7FB0-7E82-D1A25117C954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256C862-0364-B7F2-6ECF-EA65DF930BD7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A28F3A-2D3E-C304-060D-1FADC0E93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14" y="517833"/>
            <a:ext cx="7063985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 de Inyección de Dependencias en Spring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campo: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@Autowired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private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setter: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@Autowired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setMyService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s) {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this.myService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s; }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constructor (recomendado):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final </a:t>
            </a:r>
            <a:r>
              <a:rPr kumimoji="0" lang="en-U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MyService</a:t>
            </a: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myService</a:t>
            </a: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</a:t>
            </a:r>
            <a:r>
              <a:rPr kumimoji="0" lang="en-U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MyController</a:t>
            </a: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MyService</a:t>
            </a: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this.myService</a:t>
            </a: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FF38681-E467-6852-A6AC-9E85C00A7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7C12-3F2A-2C62-CAE2-DDED1676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C2548-5EBC-5660-DD01-DEA2780A1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F3086D-231F-26EB-8203-79AC603A0907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A32D25F-F3E2-3743-613E-3DBBE70546B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FB7F1442-96A5-C749-DBAD-C3E4D39B2D4A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2ADD74-55D0-2144-4F46-1741E525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67" y="1082785"/>
            <a:ext cx="8007641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como contenedor de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beans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cualquier clase gestionada por Spring.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detecta, instancia e inyecta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automáticamente si: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 anotados con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@Repository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 en un paquete escaneado por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@ComponentScan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Se almacena en el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ApplicationContext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A64D32-609A-5E7A-A842-7EDA15F53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5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D893-DE6F-579F-EEEE-539A8E36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25A803-F32B-CA9F-EA32-359D2D063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1FFC10-44AF-2F3D-0B7E-AF454CCF3699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EBDE71CF-B2B7-661B-DB6C-5549CAE15A25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F0132B1-F430-2E48-BED3-FFA6F59AE5E1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D2588F-9590-6C44-1006-E000AAE0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98" y="999482"/>
            <a:ext cx="6050054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Anotación 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Notificador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enviar(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mensaje)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>
                <a:latin typeface="Arial Unicode MS"/>
              </a:rPr>
              <a:t>		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System.out.println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("Enviando: " + mensaje);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>
                <a:latin typeface="Arial Unicode MS"/>
              </a:rPr>
              <a:t>	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Marca esta clase como candidata para inyección.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ser usada por cualquier otro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2F0688-33CC-378E-261E-03EAE83C1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2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4E397-9D83-C5FF-DCB4-71C999CD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593CFB-8DC5-A22A-44F8-4255FAE61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515274-5EDC-3E9D-4DC5-737AB780F677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1AC5305E-10CE-4053-458E-6A2A00CE8B16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8D048116-ACF6-BA6E-F62A-87F52D79A9FC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DB4315-8643-AAD7-DCBC-6E732E626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E48A22-B7E0-DA80-A605-A2A41DC9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12" y="611731"/>
            <a:ext cx="964005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Inyectando un servicio con @Autowired</a:t>
            </a: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 err="1">
                <a:latin typeface="Arial" panose="020B0604020202020204" pitchFamily="34" charset="0"/>
              </a:rPr>
              <a:t>p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ublic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ImensajeService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obtenerMensaje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MensajeService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IMensajeService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obtenerMensaje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{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>
                <a:latin typeface="Arial" panose="020B0604020202020204" pitchFamily="34" charset="0"/>
              </a:rPr>
              <a:t>		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"Hola desde el servicio";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>
                <a:latin typeface="Arial" panose="020B0604020202020204" pitchFamily="34" charset="0"/>
              </a:rPr>
              <a:t>	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@RestController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MensajeController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@Autowired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>
                <a:latin typeface="Arial" panose="020B0604020202020204" pitchFamily="34" charset="0"/>
              </a:rPr>
              <a:t>	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IMensajeService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@GetMapping("/mensaje")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saludo() {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>
                <a:latin typeface="Arial" panose="020B0604020202020204" pitchFamily="34" charset="0"/>
              </a:rPr>
              <a:t>		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service.obtenerMensaje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40AE2C-D294-BC3C-CEDF-AA77A70EB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5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E8E7-6F7A-A202-33DE-12B3ECAA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1C73560-1D45-DFEF-A3C5-66D3990CE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6BEC98-3588-A3C8-0413-C84D041ECB5F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857F3015-3B5C-48AE-D7BB-E9FE7C4CB825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25A053D8-FA31-9FB5-6CE0-D4A77C38D393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E82577-5A21-EA98-C364-9AF1AC95B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A8FCA9-A4BB-0A23-DEC4-771263866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11" y="1100341"/>
            <a:ext cx="1008000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¿Por qué se recomienda usar inyección por constructor?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 la claridad del código: las dependencias son explícitas.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Favorece la inmutabilidad: puedes marcar las dependencias como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 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puedes instanciar la clase manualmente en los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 problemas con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Mockito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AOP.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Incluso puedes omitir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@Autowired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 hay un único constructor.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1740A7F-5525-3452-CC2D-2193FB71E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7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2896-431C-375A-4D51-7134E90A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FD3E1A2-D7CE-1535-D34F-EDCBA0F5E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7DB91B-5F47-7F9A-5DCC-9098A139376F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3680871A-B446-D3C8-5ECE-F725520DFC00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CFEE9A73-230D-5324-8097-319D40A29B60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FE9A26B-0675-A378-FDA4-0A45BEAAC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1247AD-CFF5-C8CA-903A-85E7DF031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61E2BF-E873-4821-E224-02AC597E0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61" y="925099"/>
            <a:ext cx="8848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 controlador + servicio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clase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HoraService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devuelva la hora actual como texto.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controlador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HoraController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use el servicio.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Probar con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 /hora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Hora generada en la lógica, no en el controlador.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37DB00-89F8-AD67-576F-183A5E8DD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1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DEE8-8D64-948B-65A7-A02F0F06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B6A7AC8-FC6C-89EC-FDEF-6E3788E71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93BA10-DA71-AFE9-59C6-062E1472273E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A802B690-7A33-17CF-FACF-6D18D2388952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23D5A0C-CD0B-ABB8-C01C-EFF3A21E90AD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C7CDE27-2144-0033-A414-E0DFB869B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EA63DB-79C5-35F3-3C2A-D053BB3B1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90BA67D-E7C9-4720-7A92-41454CE92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85" y="876690"/>
            <a:ext cx="8405546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Arquitectura por capas (MVC simplificado)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capa tiene una responsabilidad clara.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comunican entre sí por inyección.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8283A1-BB1C-6883-A046-82C9F9C08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169" y="1473019"/>
            <a:ext cx="2753109" cy="28483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8E27E3E-1049-2E9E-0D50-962D568BF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8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5E38-3E28-A6E9-107A-4DC2976C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C7AF85-A81E-E847-10F3-2ECC1925B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63E56-9810-DB59-4EB6-BEB7E2612432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B6AABD40-A816-76F3-0F74-016B88EFC1FC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D443F28-9DBB-1FB2-0798-4B2E65C9A5B6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55EE3D-C92C-2FE2-9185-CD574EF04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5A3A3F-AA0C-933C-4455-19A20346B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99655A4-F2D1-D004-FF95-32EEC32AD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60" y="1055545"/>
            <a:ext cx="885300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ES" sz="2400" b="1" dirty="0"/>
              <a:t>Capas explicadas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Controller</a:t>
            </a:r>
            <a:r>
              <a:rPr lang="es-ES" b="1" dirty="0"/>
              <a:t>:</a:t>
            </a:r>
            <a:r>
              <a:rPr lang="es-ES" dirty="0"/>
              <a:t> maneja HTTP, recibe y responde peticiones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Service</a:t>
            </a:r>
            <a:r>
              <a:rPr lang="es-ES" b="1" dirty="0"/>
              <a:t>:</a:t>
            </a:r>
            <a:r>
              <a:rPr lang="es-ES" dirty="0"/>
              <a:t> contiene la lógica de negocio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Repository</a:t>
            </a:r>
            <a:r>
              <a:rPr lang="es-ES" b="1" dirty="0"/>
              <a:t>:</a:t>
            </a:r>
            <a:r>
              <a:rPr lang="es-ES" dirty="0"/>
              <a:t> accede a la base de datos o fuentes externas</a:t>
            </a:r>
          </a:p>
          <a:p>
            <a:r>
              <a:rPr lang="es-ES" dirty="0"/>
              <a:t>	- Separar responsabilidades permite testear, escalar y mantener código fácilmente.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B56463B-E978-9765-73A9-BC1530A92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7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301C-104E-E505-B3BF-A89218D7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E6D02F-E2FE-F2E7-6C10-F61AF0CE5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4E7882-630A-EFDC-6AA7-31281E696A3B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0E5C8380-87CA-F74C-A3D8-6C15B3C5EEA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688320AE-4121-A15B-EC7E-70EE2C55F0AA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60E5FD2-9EFB-960C-D29F-84F8F57C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3D1EC1-FC3E-E089-56C4-74AE094F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F06DF6D-CA0F-BC43-4649-E4BB2F4C2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5" y="716457"/>
            <a:ext cx="74574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 App de productos (estructura vacía)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ProductoController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ProductoService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ProductoRepository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Inicialmente sin implementar lógica. Solo las clases y las anotaciones correctas.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Inyectar un repositorio simulado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600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De momento sin base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Repositorio simulado para mostrar el flujo completo.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ProductoRepository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obtenerTodos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List.of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("Mouse", "Teclado", "Monitor");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>
                <a:latin typeface="Arial" panose="020B0604020202020204" pitchFamily="34" charset="0"/>
              </a:rPr>
              <a:t>  </a:t>
            </a: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7631DE-EE05-5149-2706-8B43B3E50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2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0B8F-4C0C-4F7E-BFA3-5FDF02D0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6F9FAC-C458-EF32-BD1A-BA1B70D17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7FA72C-E76F-1BE1-7FE4-2B425798485A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56836019-722E-D8B9-DD26-D99DACC45808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042B0A8E-21DB-E03E-AF77-1C27E28569A7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AA7168C-F1D3-2F92-7D0B-D1CEB8107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2EF177-ED5A-1E9E-C93C-6F530CA27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90BDC35-C2F4-2976-C77C-81E880468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81" y="1015191"/>
            <a:ext cx="114164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Inyectar un repositorio simulado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400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De momento sin base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Repositorio simulado para mostrar el flujo completo.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ProductoRepository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obtenerTodos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List.of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("Mouse", "Teclado", "Monitor");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F209FD3-6F3C-0C4F-C39A-2224B683D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10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BFECB-105B-CBB6-B42B-47B98926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B0AD82D-8274-FF81-7E33-591430899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5D4234-1AEB-0FB2-8737-C84E24414EB2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1E9DD59F-24DC-CB1F-E21B-CAD0FD820FC3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88CA0F1-2D25-E4A4-7E2D-E01BAF5436B1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AA8BEE4-32C1-BB67-03BE-8C05EA7EE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5800D1-CE9F-06F6-245D-3A6AC2053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F040781-6ED9-69B7-113A-D2800B725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824499"/>
            <a:ext cx="1137496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Servicio que usa el repositorio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 Unicode MS"/>
              </a:rPr>
              <a:t> 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private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final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ProductoRepository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repo;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ProductoService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ProductoRepository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repo)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this.repo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repo;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 Unicode MS"/>
              </a:rPr>
              <a:t> 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listar() {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repo.obtenerTodos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 Unicode MS"/>
              </a:rPr>
              <a:t> 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dirty="0"/>
              <a:t>Ya puedes conectar controlador y servicio.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BC6792-FCBF-279B-5F65-83DBC329B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14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36EA-42D4-B162-2EBE-4C06258C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44B78C-CDE6-F147-892E-8C22ECC8E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ADEA2-EBEC-980F-F9A2-3BAFDD9EA1CD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7DCFB8CD-118A-C77D-E9B1-018619C2D373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0F0CE24D-1C90-1793-62E9-DB6BE9BDE2C4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85437AA-F745-4C71-7CBA-D799087F1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45F203-56CF-0398-5D5A-A6B6413AB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B207253-22D2-1FB7-4182-4E3420CBC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81" y="740435"/>
            <a:ext cx="634885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Controlador final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@RestController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@RequestMapping("/api/productos")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ProductoController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ProductoService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servicio;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ProductoController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ProductoService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servicio) {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this.servicio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servicio;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@GetMapping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listar()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servicio.listar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latin typeface="Arial" panose="020B0604020202020204" pitchFamily="34" charset="0"/>
              </a:rPr>
              <a:t>  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Probar en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 http://localhost:8080/api/productos</a:t>
            </a:r>
            <a:endParaRPr lang="es-ES" altLang="es-E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C91AFF-85A9-7F38-A384-47A59802F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5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40B1-09AD-8FB0-3EDD-F2701112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AAADCB-AC60-60EE-6EE3-8D63EDAF1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2F4A34-B939-9A0A-AB24-CDA8E463D50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7387F430-DB93-2D30-B22A-9FBCC67FDE42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3F0569DE-2A0C-07CA-BF98-D068D2C45C35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79A6D4B-6D2A-B869-C149-09E068121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C906B8-2667-3EAE-DE8D-D59A51624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262BB6A-36EE-906F-725C-7CC62C4E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507273"/>
            <a:ext cx="96650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ES" sz="2400" b="1" dirty="0"/>
              <a:t>Beneficios de esta arquitectura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err="1"/>
              <a:t>Testeable</a:t>
            </a:r>
            <a:r>
              <a:rPr lang="es-ES" sz="2400" dirty="0"/>
              <a:t>: puedes probar cada capa por separado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Escalable: puedes modificar la lógica sin tocar el controlador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Clara: cada clase tiene un propósito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Reutilizable: los servicios pueden usarse desde otras capas o microservicios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94BA92D-F02D-9797-26C0-0A0288F32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6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8879-1836-DF97-B9CA-ED31C178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D2FE1AA-01FB-9E41-9564-1BE836FF9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809C36-C313-5893-A1D1-F60F0A35830C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8EF3F693-5619-6072-FC05-715423B843C2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C1739F8-D2CE-5B81-EF05-1F4D0D275482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DC13027-9BAF-D130-ECD3-CA1D90E24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3836A9-6449-B2FC-2D83-D6A4052C3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8D370C2-49CE-49DB-9CDF-16E523AC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67" y="1085202"/>
            <a:ext cx="537839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3: ejercicio libre guiado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entidad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(solo nombre y email)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controlador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ClienteController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servicio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ClienteService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repositorio simulado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ClienteRepository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/api/clientes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Simula una lista estática de clientes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771EDA-CA65-188B-7DBB-5E55B0121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43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241B-9731-CD7A-69B0-F5A5804C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195C8F-7CBC-6FA6-14F0-77DB2355B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CEC64-A9CC-4A69-29B3-159E2DCD46F3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FC7DFEAB-C8CD-CEFB-5E5A-C4E0DBFC0C60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CFD59370-F0FC-480E-5DB0-902337E113A0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D3E86CD-EF25-5250-F926-EF003D3D8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481D7-FEC0-ABA9-27E8-456FF7801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9CEA84E-A98E-E60D-C061-1CFAA33C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81" y="1014636"/>
            <a:ext cx="678673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ES" sz="2400" b="1" dirty="0"/>
              <a:t>Preguntas frecuentes</a:t>
            </a:r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¿Puedo tener más de un servicio del mismo tipo? 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¿Cómo elige Spring cuál inyectar? Por tipo o nombre.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¿Puedo inyectar interfaces? ✓ (y Spring usará la implementación)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¿@</a:t>
            </a:r>
            <a:r>
              <a:rPr lang="es-ES" dirty="0" err="1"/>
              <a:t>Lazy</a:t>
            </a:r>
            <a:r>
              <a:rPr lang="es-ES" dirty="0"/>
              <a:t> y @Qualifier? Opciones avanzadas para controlar la inyección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A4D490E-42CB-8BF8-8F57-A038A4D40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77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FE98A-971E-7C58-D68C-D150EDC8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374A98-E8C2-DAEE-29BA-75261902E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1DEFAF-A1F4-EE64-E515-257C79FBAD98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63908A27-832F-97C0-9711-129DAC88F14A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E4CE29CC-F17C-A46A-A4AC-5E9D5584D022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3DCF416-D41F-AC8B-AE6C-60BECD986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40AFEF-D72F-EDE2-4250-E7D80A18D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A97B587-0C41-2C28-3C25-0FB64A1A5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368" y="725046"/>
            <a:ext cx="11077116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Errores comunes y cómo evitarlos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vez de confiar en Spring → rompe el ciclo de vida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anotar la clase con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@Component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 → Spring no la detecta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Tener múltiples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implementen la misma interfaz o tenga el mismo nombre sin resolver la ambigüedad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Siempre revisa el log: Spring indica qué falla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127774D-CE44-C619-73A1-57B17E1E0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01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38B3-5100-F8E5-B00B-A798439B5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0D2241-0D8D-DA87-1585-C19526C92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095C6B-EE16-4E0D-77DA-93595CDD4BDC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CC67129C-0760-42A6-86B6-8F2A898C5BD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B5692B55-5036-13E0-AC7F-A73755E5D47C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BB22B87-9BDE-7EC6-2F9C-190DE856F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9D0F94-0893-EA0C-3D99-29F5BE379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A98000E-224A-CE2F-FC3B-1CDB82CD9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227597"/>
            <a:ext cx="9349483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4: Ejercicio de arquitectura completa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Crear una mini API REST para gestionar una lista de tareas (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Requisitos: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Entidad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Tarea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con: id (Long), descripción (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completada (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boolean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TareaRepository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simulado (lista estática con varias tareas)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TareaService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lógica para listar y cambiar el estado de una tarea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TareaController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endpoints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 /api/tareas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lista todas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PUT /api/tareas/{id}/completar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marca como completada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Enfócate en separar bien las capas y usar inyección por constructor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802F06F-A0D3-95E9-9140-603746B28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82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79AF-7896-9CFD-F8C5-75904891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4294B1F-0C2E-F846-F6F4-A5B912B8B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7818"/>
            <a:ext cx="12192000" cy="86018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942617-FD6D-6F2A-62B6-8B1EBD8FBB66}"/>
              </a:ext>
            </a:extLst>
          </p:cNvPr>
          <p:cNvCxnSpPr>
            <a:cxnSpLocks/>
          </p:cNvCxnSpPr>
          <p:nvPr/>
        </p:nvCxnSpPr>
        <p:spPr>
          <a:xfrm>
            <a:off x="295395" y="1082785"/>
            <a:ext cx="0" cy="469243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4C56E112-E6BE-84F8-FAAE-36A3BA3F520B}"/>
              </a:ext>
            </a:extLst>
          </p:cNvPr>
          <p:cNvSpPr txBox="1"/>
          <p:nvPr/>
        </p:nvSpPr>
        <p:spPr>
          <a:xfrm>
            <a:off x="8216194" y="6057811"/>
            <a:ext cx="73398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057958E-CF3F-AFBD-96A0-7CBF5B653918}"/>
              </a:ext>
            </a:extLst>
          </p:cNvPr>
          <p:cNvSpPr txBox="1"/>
          <p:nvPr/>
        </p:nvSpPr>
        <p:spPr>
          <a:xfrm>
            <a:off x="4854761" y="161675"/>
            <a:ext cx="519380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dirty="0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Desarrollo </a:t>
            </a:r>
            <a:r>
              <a:rPr lang="es-ES" sz="2000" b="1" dirty="0" err="1">
                <a:solidFill>
                  <a:srgbClr val="000000"/>
                </a:solidFill>
                <a:latin typeface="Poppins" panose="00000500000000000000" pitchFamily="2" charset="0"/>
                <a:ea typeface="Poppins Black"/>
                <a:cs typeface="Poppins" panose="00000500000000000000" pitchFamily="2" charset="0"/>
                <a:sym typeface="Poppins Black"/>
              </a:rPr>
              <a:t>FullStack</a:t>
            </a:r>
            <a:endParaRPr sz="2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20A893-95CC-71AB-1291-55C104B23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6" y="16945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0087EF-5413-B6DF-0BAA-DFEE365F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8" y="2948371"/>
            <a:ext cx="116012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B9E3DCB-0476-98B9-02A0-69D1FFE97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235" y="887378"/>
            <a:ext cx="1048556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Debate y cierre: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Preguntas para reflexión en grupo: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ventajas concretas notaste al separar el código en capas?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diferencias sentiste entre usar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usar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@Autowired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complicaciones podría haber si se inyectan demasiadas dependencias en un mismo servicio?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¿Crees que esta arquitectura es útil para todos los tamaños de proyecto?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Conclusiones clave: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se apoya en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inyección para fomentar un código limpio y desacoplado.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arquitectura por capas es una práctica estándar y robusta.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Separar responsabilidades desde el principio facilita el crecimiento y el mantenimiento del proyecto.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¡Trae tus dudas a clase y prepárate para conectar con base de datos en la próxima sesión!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5615935-4FCD-D50E-E2B4-A204C35FD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1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E4B7C96-221C-B138-8B47-615D7CD1F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"/>
            <a:ext cx="12192000" cy="6857798"/>
          </a:xfrm>
          <a:prstGeom prst="rect">
            <a:avLst/>
          </a:prstGeom>
        </p:spPr>
      </p:pic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2F91322C-AD18-2ADD-D9D7-BCA2ED8FD0D3}"/>
              </a:ext>
            </a:extLst>
          </p:cNvPr>
          <p:cNvSpPr txBox="1"/>
          <p:nvPr/>
        </p:nvSpPr>
        <p:spPr>
          <a:xfrm>
            <a:off x="564556" y="2983179"/>
            <a:ext cx="7339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800" b="1" i="0" u="none" strike="noStrike" cap="none">
                <a:solidFill>
                  <a:schemeClr val="bg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Poppins Black"/>
              </a:rPr>
              <a:t>Gracias</a:t>
            </a:r>
            <a:endParaRPr sz="2800" b="1" i="0" u="none" strike="noStrike" cap="none">
              <a:solidFill>
                <a:schemeClr val="bg1"/>
              </a:solidFill>
              <a:latin typeface="Arimo" panose="020B0604020202020204" pitchFamily="34" charset="0"/>
              <a:ea typeface="Arimo" panose="020B0604020202020204" pitchFamily="34" charset="0"/>
              <a:cs typeface="Arimo" panose="020B0604020202020204" pitchFamily="34" charset="0"/>
              <a:sym typeface="Poppins Black"/>
            </a:endParaRPr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599833C9-CA73-A185-953C-D53FC7B06978}"/>
              </a:ext>
            </a:extLst>
          </p:cNvPr>
          <p:cNvSpPr txBox="1"/>
          <p:nvPr/>
        </p:nvSpPr>
        <p:spPr>
          <a:xfrm>
            <a:off x="8216194" y="6057811"/>
            <a:ext cx="397580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Máster en </a:t>
            </a: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Programación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000" b="1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Desarrollo de Aplicaciones</a:t>
            </a:r>
            <a:endParaRPr sz="2000" b="0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Poppins Black"/>
              <a:cs typeface="Poppins" panose="00000500000000000000" pitchFamily="2" charset="0"/>
              <a:sym typeface="Poppins Black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226692A-4929-CCCE-7822-E814E32E6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6192012"/>
            <a:ext cx="1905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54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2811D3C055DD24F944019C864A233D0" ma:contentTypeVersion="5" ma:contentTypeDescription="Ein neues Dokument erstellen." ma:contentTypeScope="" ma:versionID="876d32c74bafcd418311d4278668c3d5">
  <xsd:schema xmlns:xsd="http://www.w3.org/2001/XMLSchema" xmlns:xs="http://www.w3.org/2001/XMLSchema" xmlns:p="http://schemas.microsoft.com/office/2006/metadata/properties" xmlns:ns2="2e704ae5-44aa-4cec-b437-827226eef5c5" xmlns:ns3="124484a3-ee49-45cc-b287-475827deb13c" targetNamespace="http://schemas.microsoft.com/office/2006/metadata/properties" ma:root="true" ma:fieldsID="59eb0e1693f1eb18827ed01b04cd879d" ns2:_="" ns3:_="">
    <xsd:import namespace="2e704ae5-44aa-4cec-b437-827226eef5c5"/>
    <xsd:import namespace="124484a3-ee49-45cc-b287-475827deb1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04ae5-44aa-4cec-b437-827226eef5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484a3-ee49-45cc-b287-475827deb13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B5DDF-37FE-49C8-810E-B9D4FBDDA7FC}">
  <ds:schemaRefs>
    <ds:schemaRef ds:uri="http://schemas.microsoft.com/office/2006/documentManagement/types"/>
    <ds:schemaRef ds:uri="http://purl.org/dc/elements/1.1/"/>
    <ds:schemaRef ds:uri="2e704ae5-44aa-4cec-b437-827226eef5c5"/>
    <ds:schemaRef ds:uri="124484a3-ee49-45cc-b287-475827deb13c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73774A0-AF43-4E96-95A4-AE6F708ADE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C7D48-A7DE-493D-A542-38621520EE67}">
  <ds:schemaRefs>
    <ds:schemaRef ds:uri="124484a3-ee49-45cc-b287-475827deb13c"/>
    <ds:schemaRef ds:uri="2e704ae5-44aa-4cec-b437-827226eef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Microsoft Office PowerPoint</Application>
  <PresentationFormat>Panorámica</PresentationFormat>
  <Paragraphs>308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Aptos</vt:lpstr>
      <vt:lpstr>Arial</vt:lpstr>
      <vt:lpstr>Arial Unicode MS</vt:lpstr>
      <vt:lpstr>Arimo</vt:lpstr>
      <vt:lpstr>Calibri</vt:lpstr>
      <vt:lpstr>Calibri Light</vt:lpstr>
      <vt:lpstr>Poppins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diseño</dc:creator>
  <cp:lastModifiedBy>Antonio Ramirez Marti</cp:lastModifiedBy>
  <cp:revision>93</cp:revision>
  <dcterms:created xsi:type="dcterms:W3CDTF">2023-10-20T07:26:56Z</dcterms:created>
  <dcterms:modified xsi:type="dcterms:W3CDTF">2026-04-09T10:47:27Z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0x01010002811D3C055DD24F944019C864A233D0</vt:lpwstr>
  </property>
</Properties>
</file>